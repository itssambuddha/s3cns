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57" r:id="rId3"/>
    <p:sldId id="258" r:id="rId4"/>
    <p:sldId id="259" r:id="rId5"/>
    <p:sldId id="266" r:id="rId6"/>
    <p:sldId id="263" r:id="rId7"/>
    <p:sldId id="271" r:id="rId8"/>
    <p:sldId id="270" r:id="rId9"/>
    <p:sldId id="267" r:id="rId10"/>
    <p:sldId id="269" r:id="rId11"/>
    <p:sldId id="265" r:id="rId12"/>
    <p:sldId id="272" r:id="rId13"/>
    <p:sldId id="283" r:id="rId14"/>
    <p:sldId id="284" r:id="rId15"/>
    <p:sldId id="287" r:id="rId16"/>
    <p:sldId id="288" r:id="rId17"/>
    <p:sldId id="280" r:id="rId18"/>
    <p:sldId id="281" r:id="rId19"/>
    <p:sldId id="275" r:id="rId20"/>
    <p:sldId id="291" r:id="rId21"/>
    <p:sldId id="289" r:id="rId22"/>
    <p:sldId id="290" r:id="rId23"/>
    <p:sldId id="292" r:id="rId24"/>
    <p:sldId id="29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B1A3131-AB29-4548-8114-E47B0693D676}">
          <p14:sldIdLst>
            <p14:sldId id="294"/>
            <p14:sldId id="257"/>
          </p14:sldIdLst>
        </p14:section>
        <p14:section name="AGENDA 1" id="{58BF3531-0004-438D-9A77-E3588C481001}">
          <p14:sldIdLst>
            <p14:sldId id="258"/>
            <p14:sldId id="259"/>
            <p14:sldId id="266"/>
            <p14:sldId id="263"/>
            <p14:sldId id="271"/>
            <p14:sldId id="270"/>
            <p14:sldId id="267"/>
            <p14:sldId id="269"/>
            <p14:sldId id="265"/>
          </p14:sldIdLst>
        </p14:section>
        <p14:section name="AGENDA 2" id="{CB36DDA5-9F6A-430A-8FB0-E05518E9AE4B}">
          <p14:sldIdLst>
            <p14:sldId id="272"/>
            <p14:sldId id="283"/>
            <p14:sldId id="284"/>
            <p14:sldId id="287"/>
            <p14:sldId id="288"/>
            <p14:sldId id="280"/>
            <p14:sldId id="281"/>
            <p14:sldId id="275"/>
            <p14:sldId id="291"/>
          </p14:sldIdLst>
        </p14:section>
        <p14:section name="AOB" id="{E2CB4D2F-C585-47E4-99A8-223738064E92}">
          <p14:sldIdLst>
            <p14:sldId id="289"/>
            <p14:sldId id="290"/>
            <p14:sldId id="292"/>
          </p14:sldIdLst>
        </p14:section>
        <p14:section name="END" id="{15B8113E-42F6-4BE0-A0C1-A3BCD47D1993}">
          <p14:sldIdLst>
            <p14:sldId id="2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B85"/>
    <a:srgbClr val="F8F8F8"/>
    <a:srgbClr val="D00000"/>
    <a:srgbClr val="4472C4"/>
    <a:srgbClr val="84C8F0"/>
    <a:srgbClr val="1082EA"/>
    <a:srgbClr val="81C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6" autoAdjust="0"/>
    <p:restoredTop sz="94660"/>
  </p:normalViewPr>
  <p:slideViewPr>
    <p:cSldViewPr snapToGrid="0">
      <p:cViewPr>
        <p:scale>
          <a:sx n="66" d="100"/>
          <a:sy n="66" d="100"/>
        </p:scale>
        <p:origin x="346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i="0" cap="all" dirty="0">
                <a:effectLst/>
              </a:rPr>
              <a:t>Simulation Priority Metrics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MUN (Value 1-10)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Theatrics / Rhetoric</c:v>
                </c:pt>
                <c:pt idx="1">
                  <c:v>Research Depth</c:v>
                </c:pt>
                <c:pt idx="2">
                  <c:v>Strategic Realism</c:v>
                </c:pt>
                <c:pt idx="3">
                  <c:v>Faculty Rigour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C9-4C34-A372-ED3B4C00FC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I-IAPS Model (Value 1-10)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Theatrics / Rhetoric</c:v>
                </c:pt>
                <c:pt idx="1">
                  <c:v>Research Depth</c:v>
                </c:pt>
                <c:pt idx="2">
                  <c:v>Strategic Realism</c:v>
                </c:pt>
                <c:pt idx="3">
                  <c:v>Faculty Rigour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C9-4C34-A372-ED3B4C00FC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Theatrics / Rhetoric</c:v>
                </c:pt>
                <c:pt idx="1">
                  <c:v>Research Depth</c:v>
                </c:pt>
                <c:pt idx="2">
                  <c:v>Strategic Realism</c:v>
                </c:pt>
                <c:pt idx="3">
                  <c:v>Faculty Rigour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0EC9-4C34-A372-ED3B4C00F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225952"/>
        <c:axId val="926227872"/>
      </c:barChart>
      <c:catAx>
        <c:axId val="926225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227872"/>
        <c:crosses val="autoZero"/>
        <c:auto val="1"/>
        <c:lblAlgn val="ctr"/>
        <c:lblOffset val="100"/>
        <c:noMultiLvlLbl val="0"/>
      </c:catAx>
      <c:valAx>
        <c:axId val="92622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225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837F18-6AF6-4160-9E92-9D185A07A25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5676C45-5ACA-44D8-AC09-1B3EFF3D0BF1}">
      <dgm:prSet phldrT="[Text]" phldr="0"/>
      <dgm:spPr>
        <a:solidFill>
          <a:srgbClr val="D00000"/>
        </a:solidFill>
        <a:ln>
          <a:noFill/>
        </a:ln>
      </dgm:spPr>
      <dgm:t>
        <a:bodyPr/>
        <a:lstStyle/>
        <a:p>
          <a:r>
            <a:rPr lang="en-IN" b="1" dirty="0">
              <a:latin typeface="Montserrat" panose="00000500000000000000" pitchFamily="2" charset="0"/>
            </a:rPr>
            <a:t>SECURITY</a:t>
          </a:r>
        </a:p>
      </dgm:t>
    </dgm:pt>
    <dgm:pt modelId="{6F65606F-6584-4882-9D8A-6DF933626EDB}" type="parTrans" cxnId="{066E99CE-52B2-4048-AA39-BCD964652B01}">
      <dgm:prSet/>
      <dgm:spPr/>
      <dgm:t>
        <a:bodyPr/>
        <a:lstStyle/>
        <a:p>
          <a:endParaRPr lang="en-IN"/>
        </a:p>
      </dgm:t>
    </dgm:pt>
    <dgm:pt modelId="{3A7BD799-9463-4176-9157-CEFB7DAA357B}" type="sibTrans" cxnId="{066E99CE-52B2-4048-AA39-BCD964652B01}">
      <dgm:prSet/>
      <dgm:spPr/>
      <dgm:t>
        <a:bodyPr/>
        <a:lstStyle/>
        <a:p>
          <a:endParaRPr lang="en-IN"/>
        </a:p>
      </dgm:t>
    </dgm:pt>
    <dgm:pt modelId="{0C951462-6D97-4C78-8F8B-7BCA3DCF2F9C}">
      <dgm:prSet phldrT="[Text]" phldr="0"/>
      <dgm:spPr>
        <a:solidFill>
          <a:srgbClr val="FFC000"/>
        </a:solidFill>
        <a:ln>
          <a:noFill/>
        </a:ln>
      </dgm:spPr>
      <dgm:t>
        <a:bodyPr/>
        <a:lstStyle/>
        <a:p>
          <a:r>
            <a:rPr lang="en-IN" b="1" dirty="0">
              <a:latin typeface="Montserrat" panose="00000500000000000000" pitchFamily="2" charset="0"/>
            </a:rPr>
            <a:t>HUMANITARIAN</a:t>
          </a:r>
        </a:p>
      </dgm:t>
    </dgm:pt>
    <dgm:pt modelId="{48EDC688-A35E-4EA8-9AF7-B55893850C6B}" type="parTrans" cxnId="{E63542AD-F6E8-4CCF-BF9B-976FDBED0F1C}">
      <dgm:prSet/>
      <dgm:spPr/>
      <dgm:t>
        <a:bodyPr/>
        <a:lstStyle/>
        <a:p>
          <a:endParaRPr lang="en-IN"/>
        </a:p>
      </dgm:t>
    </dgm:pt>
    <dgm:pt modelId="{FFB03A17-14F8-400C-8869-D1C805465D26}" type="sibTrans" cxnId="{E63542AD-F6E8-4CCF-BF9B-976FDBED0F1C}">
      <dgm:prSet/>
      <dgm:spPr/>
      <dgm:t>
        <a:bodyPr/>
        <a:lstStyle/>
        <a:p>
          <a:endParaRPr lang="en-IN"/>
        </a:p>
      </dgm:t>
    </dgm:pt>
    <dgm:pt modelId="{7361429D-76B9-4EE0-81F2-C3FE499A4B2C}">
      <dgm:prSet phldrT="[Text]" phldr="0"/>
      <dgm:spPr>
        <a:solidFill>
          <a:schemeClr val="accent6"/>
        </a:solidFill>
        <a:ln>
          <a:noFill/>
        </a:ln>
      </dgm:spPr>
      <dgm:t>
        <a:bodyPr/>
        <a:lstStyle/>
        <a:p>
          <a:r>
            <a:rPr lang="en-IN" b="1" dirty="0">
              <a:latin typeface="Montserrat" panose="00000500000000000000" pitchFamily="2" charset="0"/>
            </a:rPr>
            <a:t>ECONOMIC</a:t>
          </a:r>
        </a:p>
      </dgm:t>
    </dgm:pt>
    <dgm:pt modelId="{D1594397-0AE9-4317-A336-655B755CCBB8}" type="parTrans" cxnId="{1CFA5D98-949D-42DC-831B-FC32BEB8F807}">
      <dgm:prSet/>
      <dgm:spPr/>
      <dgm:t>
        <a:bodyPr/>
        <a:lstStyle/>
        <a:p>
          <a:endParaRPr lang="en-IN"/>
        </a:p>
      </dgm:t>
    </dgm:pt>
    <dgm:pt modelId="{60E875AD-F99D-4FBE-97F6-C1B1E7F74F65}" type="sibTrans" cxnId="{1CFA5D98-949D-42DC-831B-FC32BEB8F807}">
      <dgm:prSet/>
      <dgm:spPr/>
      <dgm:t>
        <a:bodyPr/>
        <a:lstStyle/>
        <a:p>
          <a:endParaRPr lang="en-IN"/>
        </a:p>
      </dgm:t>
    </dgm:pt>
    <dgm:pt modelId="{CD957FF4-626F-4F05-8E38-C48237496A85}" type="pres">
      <dgm:prSet presAssocID="{9A837F18-6AF6-4160-9E92-9D185A07A251}" presName="diagram" presStyleCnt="0">
        <dgm:presLayoutVars>
          <dgm:dir/>
          <dgm:resizeHandles val="exact"/>
        </dgm:presLayoutVars>
      </dgm:prSet>
      <dgm:spPr/>
    </dgm:pt>
    <dgm:pt modelId="{A425FB77-2C4C-437A-BE81-53788958A93A}" type="pres">
      <dgm:prSet presAssocID="{55676C45-5ACA-44D8-AC09-1B3EFF3D0BF1}" presName="node" presStyleLbl="node1" presStyleIdx="0" presStyleCnt="3" custLinFactNeighborX="-2447" custLinFactNeighborY="-44358">
        <dgm:presLayoutVars>
          <dgm:bulletEnabled val="1"/>
        </dgm:presLayoutVars>
      </dgm:prSet>
      <dgm:spPr>
        <a:prstGeom prst="roundRect">
          <a:avLst/>
        </a:prstGeom>
      </dgm:spPr>
    </dgm:pt>
    <dgm:pt modelId="{FECBF88C-051B-45EB-9A2B-2262D42CDAD2}" type="pres">
      <dgm:prSet presAssocID="{3A7BD799-9463-4176-9157-CEFB7DAA357B}" presName="sibTrans" presStyleCnt="0"/>
      <dgm:spPr/>
    </dgm:pt>
    <dgm:pt modelId="{712CA287-5E6F-435D-B1F0-5F1486A19ED4}" type="pres">
      <dgm:prSet presAssocID="{0C951462-6D97-4C78-8F8B-7BCA3DCF2F9C}" presName="node" presStyleLbl="node1" presStyleIdx="1" presStyleCnt="3" custLinFactNeighborX="-49524" custLinFactNeighborY="64297">
        <dgm:presLayoutVars>
          <dgm:bulletEnabled val="1"/>
        </dgm:presLayoutVars>
      </dgm:prSet>
      <dgm:spPr>
        <a:prstGeom prst="roundRect">
          <a:avLst/>
        </a:prstGeom>
      </dgm:spPr>
    </dgm:pt>
    <dgm:pt modelId="{62527598-A67D-43A4-905F-F058B3149153}" type="pres">
      <dgm:prSet presAssocID="{FFB03A17-14F8-400C-8869-D1C805465D26}" presName="sibTrans" presStyleCnt="0"/>
      <dgm:spPr/>
    </dgm:pt>
    <dgm:pt modelId="{E30BD858-E188-4311-8F5A-4F612DD494BA}" type="pres">
      <dgm:prSet presAssocID="{7361429D-76B9-4EE0-81F2-C3FE499A4B2C}" presName="node" presStyleLbl="node1" presStyleIdx="2" presStyleCnt="3" custLinFactNeighborX="57979" custLinFactNeighborY="5777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7A59D43E-26C1-4705-8FAC-515751C4E8E1}" type="presOf" srcId="{9A837F18-6AF6-4160-9E92-9D185A07A251}" destId="{CD957FF4-626F-4F05-8E38-C48237496A85}" srcOrd="0" destOrd="0" presId="urn:microsoft.com/office/officeart/2005/8/layout/default"/>
    <dgm:cxn modelId="{1CFA5D98-949D-42DC-831B-FC32BEB8F807}" srcId="{9A837F18-6AF6-4160-9E92-9D185A07A251}" destId="{7361429D-76B9-4EE0-81F2-C3FE499A4B2C}" srcOrd="2" destOrd="0" parTransId="{D1594397-0AE9-4317-A336-655B755CCBB8}" sibTransId="{60E875AD-F99D-4FBE-97F6-C1B1E7F74F65}"/>
    <dgm:cxn modelId="{CF28AB9E-F61B-45C6-AEDC-7F6B105ED6DB}" type="presOf" srcId="{7361429D-76B9-4EE0-81F2-C3FE499A4B2C}" destId="{E30BD858-E188-4311-8F5A-4F612DD494BA}" srcOrd="0" destOrd="0" presId="urn:microsoft.com/office/officeart/2005/8/layout/default"/>
    <dgm:cxn modelId="{E63542AD-F6E8-4CCF-BF9B-976FDBED0F1C}" srcId="{9A837F18-6AF6-4160-9E92-9D185A07A251}" destId="{0C951462-6D97-4C78-8F8B-7BCA3DCF2F9C}" srcOrd="1" destOrd="0" parTransId="{48EDC688-A35E-4EA8-9AF7-B55893850C6B}" sibTransId="{FFB03A17-14F8-400C-8869-D1C805465D26}"/>
    <dgm:cxn modelId="{794A58B2-7A6E-4515-BF94-E2A033B37A9E}" type="presOf" srcId="{55676C45-5ACA-44D8-AC09-1B3EFF3D0BF1}" destId="{A425FB77-2C4C-437A-BE81-53788958A93A}" srcOrd="0" destOrd="0" presId="urn:microsoft.com/office/officeart/2005/8/layout/default"/>
    <dgm:cxn modelId="{BF32DCC6-D5F1-4EDB-B6CC-905F409467B2}" type="presOf" srcId="{0C951462-6D97-4C78-8F8B-7BCA3DCF2F9C}" destId="{712CA287-5E6F-435D-B1F0-5F1486A19ED4}" srcOrd="0" destOrd="0" presId="urn:microsoft.com/office/officeart/2005/8/layout/default"/>
    <dgm:cxn modelId="{066E99CE-52B2-4048-AA39-BCD964652B01}" srcId="{9A837F18-6AF6-4160-9E92-9D185A07A251}" destId="{55676C45-5ACA-44D8-AC09-1B3EFF3D0BF1}" srcOrd="0" destOrd="0" parTransId="{6F65606F-6584-4882-9D8A-6DF933626EDB}" sibTransId="{3A7BD799-9463-4176-9157-CEFB7DAA357B}"/>
    <dgm:cxn modelId="{6DD946BB-0993-4660-BEC3-3F2BC2112F0A}" type="presParOf" srcId="{CD957FF4-626F-4F05-8E38-C48237496A85}" destId="{A425FB77-2C4C-437A-BE81-53788958A93A}" srcOrd="0" destOrd="0" presId="urn:microsoft.com/office/officeart/2005/8/layout/default"/>
    <dgm:cxn modelId="{3D41A997-6FBA-43C2-ADB0-F8F53A44737E}" type="presParOf" srcId="{CD957FF4-626F-4F05-8E38-C48237496A85}" destId="{FECBF88C-051B-45EB-9A2B-2262D42CDAD2}" srcOrd="1" destOrd="0" presId="urn:microsoft.com/office/officeart/2005/8/layout/default"/>
    <dgm:cxn modelId="{03620D8E-1A05-4C2D-A3EF-E3E029A776CA}" type="presParOf" srcId="{CD957FF4-626F-4F05-8E38-C48237496A85}" destId="{712CA287-5E6F-435D-B1F0-5F1486A19ED4}" srcOrd="2" destOrd="0" presId="urn:microsoft.com/office/officeart/2005/8/layout/default"/>
    <dgm:cxn modelId="{ACD58EDB-6D84-4C63-9A50-BE5185BB0311}" type="presParOf" srcId="{CD957FF4-626F-4F05-8E38-C48237496A85}" destId="{62527598-A67D-43A4-905F-F058B3149153}" srcOrd="3" destOrd="0" presId="urn:microsoft.com/office/officeart/2005/8/layout/default"/>
    <dgm:cxn modelId="{C2DF8E13-998A-4156-BC07-478DD0AC9E1D}" type="presParOf" srcId="{CD957FF4-626F-4F05-8E38-C48237496A85}" destId="{E30BD858-E188-4311-8F5A-4F612DD494BA}" srcOrd="4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8B8A0F-C9F0-47CB-B255-8D63CBD2D6B4}" type="doc">
      <dgm:prSet loTypeId="urn:microsoft.com/office/officeart/2005/8/layout/hProcess11" loCatId="process" qsTypeId="urn:microsoft.com/office/officeart/2005/8/quickstyle/simple5" qsCatId="simple" csTypeId="urn:microsoft.com/office/officeart/2005/8/colors/accent1_2" csCatId="accent1" phldr="1"/>
      <dgm:spPr/>
    </dgm:pt>
    <dgm:pt modelId="{98A4AE15-DA94-4913-B4B9-E56414369055}">
      <dgm:prSet phldrT="[Text]"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800" b="1" dirty="0">
              <a:latin typeface="Montserrat" panose="00000500000000000000" pitchFamily="2" charset="0"/>
            </a:rPr>
            <a:t>Team Formation:</a:t>
          </a:r>
          <a:endParaRPr lang="en-IN" sz="1800" b="1" dirty="0">
            <a:latin typeface="Montserrat" panose="00000500000000000000" pitchFamily="2" charset="0"/>
          </a:endParaRPr>
        </a:p>
      </dgm:t>
    </dgm:pt>
    <dgm:pt modelId="{FE475D0B-7031-4619-ABA7-4B2AE32263F9}" type="parTrans" cxnId="{A4D2D0F2-D252-4EC5-9973-750596DB9CAA}">
      <dgm:prSet/>
      <dgm:spPr/>
      <dgm:t>
        <a:bodyPr/>
        <a:lstStyle/>
        <a:p>
          <a:endParaRPr lang="en-IN"/>
        </a:p>
      </dgm:t>
    </dgm:pt>
    <dgm:pt modelId="{858F89A8-D351-4AE9-A3A2-17FDB22E5F84}" type="sibTrans" cxnId="{A4D2D0F2-D252-4EC5-9973-750596DB9CAA}">
      <dgm:prSet/>
      <dgm:spPr/>
      <dgm:t>
        <a:bodyPr/>
        <a:lstStyle/>
        <a:p>
          <a:endParaRPr lang="en-IN"/>
        </a:p>
      </dgm:t>
    </dgm:pt>
    <dgm:pt modelId="{47397511-689E-4ECA-819C-BD4B5E7F7D65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ontserrat" panose="00000500000000000000" pitchFamily="2" charset="0"/>
            </a:rPr>
            <a:t>Interested candidates form teams of 2 delegates.</a:t>
          </a:r>
          <a:endParaRPr lang="en-IN" sz="1400" dirty="0">
            <a:latin typeface="Montserrat" panose="00000500000000000000" pitchFamily="2" charset="0"/>
          </a:endParaRPr>
        </a:p>
      </dgm:t>
    </dgm:pt>
    <dgm:pt modelId="{5B542B50-F5CE-4A5F-B786-A165284AA221}" type="parTrans" cxnId="{5FCFF83E-9D71-4B2B-B727-7F70A0D4FE83}">
      <dgm:prSet/>
      <dgm:spPr/>
      <dgm:t>
        <a:bodyPr/>
        <a:lstStyle/>
        <a:p>
          <a:endParaRPr lang="en-IN"/>
        </a:p>
      </dgm:t>
    </dgm:pt>
    <dgm:pt modelId="{25643C5C-410D-431B-B086-BC7D85E21132}" type="sibTrans" cxnId="{5FCFF83E-9D71-4B2B-B727-7F70A0D4FE83}">
      <dgm:prSet/>
      <dgm:spPr/>
      <dgm:t>
        <a:bodyPr/>
        <a:lstStyle/>
        <a:p>
          <a:endParaRPr lang="en-IN"/>
        </a:p>
      </dgm:t>
    </dgm:pt>
    <dgm:pt modelId="{09E10E4A-FAD6-4555-A37F-707ECDA6134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latin typeface="Montserrat" panose="00000500000000000000" pitchFamily="2" charset="0"/>
            </a:rPr>
            <a:t>Policy Response:</a:t>
          </a:r>
        </a:p>
      </dgm:t>
    </dgm:pt>
    <dgm:pt modelId="{F95E3F0C-B3E6-4103-BE50-FBA6E1F428F2}" type="parTrans" cxnId="{41EF2FC4-8773-4426-AF4A-7B2E87254E00}">
      <dgm:prSet/>
      <dgm:spPr/>
      <dgm:t>
        <a:bodyPr/>
        <a:lstStyle/>
        <a:p>
          <a:endParaRPr lang="en-IN"/>
        </a:p>
      </dgm:t>
    </dgm:pt>
    <dgm:pt modelId="{C5E518C7-7B59-4FE5-B8C8-2C0153B44E74}" type="sibTrans" cxnId="{41EF2FC4-8773-4426-AF4A-7B2E87254E00}">
      <dgm:prSet/>
      <dgm:spPr/>
      <dgm:t>
        <a:bodyPr/>
        <a:lstStyle/>
        <a:p>
          <a:endParaRPr lang="en-IN"/>
        </a:p>
      </dgm:t>
    </dgm:pt>
    <dgm:pt modelId="{5071EFED-4BD3-42B0-AA78-74C34C708F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ontserrat" panose="00000500000000000000" pitchFamily="2" charset="0"/>
            </a:rPr>
            <a:t>Submission of a written response (800 words) to a specific prompt (e.g., Strategic Ambiguity vs. Definitive Stance).</a:t>
          </a:r>
        </a:p>
      </dgm:t>
    </dgm:pt>
    <dgm:pt modelId="{73E6D946-5AD4-4B5D-901E-F3BF092C84CF}" type="parTrans" cxnId="{8B2FA379-3FBC-41A3-9E55-1079C52C3A01}">
      <dgm:prSet/>
      <dgm:spPr/>
      <dgm:t>
        <a:bodyPr/>
        <a:lstStyle/>
        <a:p>
          <a:endParaRPr lang="en-IN"/>
        </a:p>
      </dgm:t>
    </dgm:pt>
    <dgm:pt modelId="{E1CEF42C-54FB-4388-97A9-CD9836926174}" type="sibTrans" cxnId="{8B2FA379-3FBC-41A3-9E55-1079C52C3A01}">
      <dgm:prSet/>
      <dgm:spPr/>
      <dgm:t>
        <a:bodyPr/>
        <a:lstStyle/>
        <a:p>
          <a:endParaRPr lang="en-IN"/>
        </a:p>
      </dgm:t>
    </dgm:pt>
    <dgm:pt modelId="{F7C18F3F-5FBA-4BAC-A211-4C0606D913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latin typeface="Montserrat" panose="00000500000000000000" pitchFamily="2" charset="0"/>
            </a:rPr>
            <a:t>Faculty Screening:</a:t>
          </a:r>
        </a:p>
      </dgm:t>
    </dgm:pt>
    <dgm:pt modelId="{B2F92656-6EFD-4C5C-BCB8-44D03A2F0A89}" type="parTrans" cxnId="{C6FCA1AE-F899-4272-8C60-7EC0EE9CFF50}">
      <dgm:prSet/>
      <dgm:spPr/>
      <dgm:t>
        <a:bodyPr/>
        <a:lstStyle/>
        <a:p>
          <a:endParaRPr lang="en-IN"/>
        </a:p>
      </dgm:t>
    </dgm:pt>
    <dgm:pt modelId="{8E08BE24-4CE5-4C51-B092-576C597222B7}" type="sibTrans" cxnId="{C6FCA1AE-F899-4272-8C60-7EC0EE9CFF50}">
      <dgm:prSet/>
      <dgm:spPr/>
      <dgm:t>
        <a:bodyPr/>
        <a:lstStyle/>
        <a:p>
          <a:endParaRPr lang="en-IN"/>
        </a:p>
      </dgm:t>
    </dgm:pt>
    <dgm:pt modelId="{78D1E948-5FC4-40E6-9C3D-FFE4A24456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ontserrat" panose="00000500000000000000" pitchFamily="2" charset="0"/>
            </a:rPr>
            <a:t>The Board reviews submissions for academic depth, research, and policy alignment.</a:t>
          </a:r>
        </a:p>
      </dgm:t>
    </dgm:pt>
    <dgm:pt modelId="{3FCEBDEB-303B-4EAB-A627-EECCD4A75BB5}" type="parTrans" cxnId="{5970EEF1-F713-4055-B2ED-49FDAA1F35C0}">
      <dgm:prSet/>
      <dgm:spPr/>
      <dgm:t>
        <a:bodyPr/>
        <a:lstStyle/>
        <a:p>
          <a:endParaRPr lang="en-IN"/>
        </a:p>
      </dgm:t>
    </dgm:pt>
    <dgm:pt modelId="{7954F9D8-093F-48EC-A591-9899DDE46AC8}" type="sibTrans" cxnId="{5970EEF1-F713-4055-B2ED-49FDAA1F35C0}">
      <dgm:prSet/>
      <dgm:spPr/>
      <dgm:t>
        <a:bodyPr/>
        <a:lstStyle/>
        <a:p>
          <a:endParaRPr lang="en-IN"/>
        </a:p>
      </dgm:t>
    </dgm:pt>
    <dgm:pt modelId="{056A30CD-D0C0-433E-B792-0CBA3A97346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latin typeface="Montserrat" panose="00000500000000000000" pitchFamily="2" charset="0"/>
            </a:rPr>
            <a:t>Selective Approval:</a:t>
          </a:r>
        </a:p>
      </dgm:t>
    </dgm:pt>
    <dgm:pt modelId="{305DA53B-6153-4392-96B2-6E20BFB06560}" type="parTrans" cxnId="{11210391-9AF1-458A-A436-FC9388DE29D4}">
      <dgm:prSet/>
      <dgm:spPr/>
      <dgm:t>
        <a:bodyPr/>
        <a:lstStyle/>
        <a:p>
          <a:endParaRPr lang="en-IN"/>
        </a:p>
      </dgm:t>
    </dgm:pt>
    <dgm:pt modelId="{B27F1CA0-3B67-4D91-A03D-FBFAB6323785}" type="sibTrans" cxnId="{11210391-9AF1-458A-A436-FC9388DE29D4}">
      <dgm:prSet/>
      <dgm:spPr/>
      <dgm:t>
        <a:bodyPr/>
        <a:lstStyle/>
        <a:p>
          <a:endParaRPr lang="en-IN"/>
        </a:p>
      </dgm:t>
    </dgm:pt>
    <dgm:pt modelId="{D0AA4243-798B-4D4B-ADBB-07F24D855D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ontserrat" panose="00000500000000000000" pitchFamily="2" charset="0"/>
            </a:rPr>
            <a:t>Only approved teams receive a confirmation and payment link</a:t>
          </a:r>
        </a:p>
      </dgm:t>
    </dgm:pt>
    <dgm:pt modelId="{19790C7F-7D76-496A-ACFC-5146295085FB}" type="parTrans" cxnId="{DE7503F3-5D3F-4B19-9576-3A21ADF664B2}">
      <dgm:prSet/>
      <dgm:spPr/>
      <dgm:t>
        <a:bodyPr/>
        <a:lstStyle/>
        <a:p>
          <a:endParaRPr lang="en-IN"/>
        </a:p>
      </dgm:t>
    </dgm:pt>
    <dgm:pt modelId="{3F32C95C-28B6-4532-9E96-538CB921E917}" type="sibTrans" cxnId="{DE7503F3-5D3F-4B19-9576-3A21ADF664B2}">
      <dgm:prSet/>
      <dgm:spPr/>
      <dgm:t>
        <a:bodyPr/>
        <a:lstStyle/>
        <a:p>
          <a:endParaRPr lang="en-IN"/>
        </a:p>
      </dgm:t>
    </dgm:pt>
    <dgm:pt modelId="{5F16D9B5-0071-479B-A1DC-4467E5A34D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latin typeface="Montserrat" panose="00000500000000000000" pitchFamily="2" charset="0"/>
            </a:rPr>
            <a:t>Participant Status:</a:t>
          </a:r>
        </a:p>
      </dgm:t>
    </dgm:pt>
    <dgm:pt modelId="{B388DF02-FC81-441D-95A9-D4EDF4CE47FF}" type="parTrans" cxnId="{27E3BFF9-469E-433A-8246-CEBD85AFA5E6}">
      <dgm:prSet/>
      <dgm:spPr/>
      <dgm:t>
        <a:bodyPr/>
        <a:lstStyle/>
        <a:p>
          <a:endParaRPr lang="en-IN"/>
        </a:p>
      </dgm:t>
    </dgm:pt>
    <dgm:pt modelId="{9761B3BE-0323-4F64-9F4D-3EB3012E3CB2}" type="sibTrans" cxnId="{27E3BFF9-469E-433A-8246-CEBD85AFA5E6}">
      <dgm:prSet/>
      <dgm:spPr/>
      <dgm:t>
        <a:bodyPr/>
        <a:lstStyle/>
        <a:p>
          <a:endParaRPr lang="en-IN"/>
        </a:p>
      </dgm:t>
    </dgm:pt>
    <dgm:pt modelId="{C7F06EE6-6A61-4778-9DE3-479F2314D9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latin typeface="Montserrat" panose="00000500000000000000" pitchFamily="2" charset="0"/>
            </a:rPr>
            <a:t>Official induction into the simulation and portfolio assignment.</a:t>
          </a:r>
        </a:p>
      </dgm:t>
    </dgm:pt>
    <dgm:pt modelId="{59645274-7B5F-4104-ADF6-BF65C7F982CB}" type="parTrans" cxnId="{98469651-A331-4B33-BF03-E5F95BED3AEE}">
      <dgm:prSet/>
      <dgm:spPr/>
      <dgm:t>
        <a:bodyPr/>
        <a:lstStyle/>
        <a:p>
          <a:endParaRPr lang="en-IN"/>
        </a:p>
      </dgm:t>
    </dgm:pt>
    <dgm:pt modelId="{75313A71-8103-4659-9B09-F3B04FB4ED71}" type="sibTrans" cxnId="{98469651-A331-4B33-BF03-E5F95BED3AEE}">
      <dgm:prSet/>
      <dgm:spPr/>
      <dgm:t>
        <a:bodyPr/>
        <a:lstStyle/>
        <a:p>
          <a:endParaRPr lang="en-IN"/>
        </a:p>
      </dgm:t>
    </dgm:pt>
    <dgm:pt modelId="{082195F2-CCB5-42B4-B6DB-65C47FCC95FA}" type="pres">
      <dgm:prSet presAssocID="{C08B8A0F-C9F0-47CB-B255-8D63CBD2D6B4}" presName="Name0" presStyleCnt="0">
        <dgm:presLayoutVars>
          <dgm:dir/>
          <dgm:resizeHandles val="exact"/>
        </dgm:presLayoutVars>
      </dgm:prSet>
      <dgm:spPr/>
    </dgm:pt>
    <dgm:pt modelId="{FA6A303F-60AE-4D73-B372-CFDC68BBD9FD}" type="pres">
      <dgm:prSet presAssocID="{C08B8A0F-C9F0-47CB-B255-8D63CBD2D6B4}" presName="arrow" presStyleLbl="bgShp" presStyleIdx="0" presStyleCnt="1"/>
      <dgm:spPr/>
    </dgm:pt>
    <dgm:pt modelId="{436A3BAD-44D5-4678-99EB-29397990ECAF}" type="pres">
      <dgm:prSet presAssocID="{C08B8A0F-C9F0-47CB-B255-8D63CBD2D6B4}" presName="points" presStyleCnt="0"/>
      <dgm:spPr/>
    </dgm:pt>
    <dgm:pt modelId="{A3B94B41-5A09-4BA2-84A3-30C43FA509A1}" type="pres">
      <dgm:prSet presAssocID="{98A4AE15-DA94-4913-B4B9-E56414369055}" presName="compositeA" presStyleCnt="0"/>
      <dgm:spPr/>
    </dgm:pt>
    <dgm:pt modelId="{55C22C86-C321-4C14-8B20-B9387C06F8D4}" type="pres">
      <dgm:prSet presAssocID="{98A4AE15-DA94-4913-B4B9-E56414369055}" presName="textA" presStyleLbl="revTx" presStyleIdx="0" presStyleCnt="5" custScaleX="224370">
        <dgm:presLayoutVars>
          <dgm:bulletEnabled val="1"/>
        </dgm:presLayoutVars>
      </dgm:prSet>
      <dgm:spPr/>
    </dgm:pt>
    <dgm:pt modelId="{FF138C3F-CD4F-449A-9F2B-300483DA7BEC}" type="pres">
      <dgm:prSet presAssocID="{98A4AE15-DA94-4913-B4B9-E56414369055}" presName="circleA" presStyleLbl="node1" presStyleIdx="0" presStyleCnt="5"/>
      <dgm:spPr/>
    </dgm:pt>
    <dgm:pt modelId="{BE384C16-C166-4F36-9550-C12EF9509106}" type="pres">
      <dgm:prSet presAssocID="{98A4AE15-DA94-4913-B4B9-E56414369055}" presName="spaceA" presStyleCnt="0"/>
      <dgm:spPr/>
    </dgm:pt>
    <dgm:pt modelId="{B7AB42B2-38BF-4FC8-A190-BE33D21CC0F1}" type="pres">
      <dgm:prSet presAssocID="{858F89A8-D351-4AE9-A3A2-17FDB22E5F84}" presName="space" presStyleCnt="0"/>
      <dgm:spPr/>
    </dgm:pt>
    <dgm:pt modelId="{826B8277-BA97-4D6D-BE83-7D2B270EDC02}" type="pres">
      <dgm:prSet presAssocID="{09E10E4A-FAD6-4555-A37F-707ECDA61345}" presName="compositeB" presStyleCnt="0"/>
      <dgm:spPr/>
    </dgm:pt>
    <dgm:pt modelId="{9538E7F8-9B17-411E-9437-9C9EC7FC05C1}" type="pres">
      <dgm:prSet presAssocID="{09E10E4A-FAD6-4555-A37F-707ECDA61345}" presName="textB" presStyleLbl="revTx" presStyleIdx="1" presStyleCnt="5" custScaleX="272375">
        <dgm:presLayoutVars>
          <dgm:bulletEnabled val="1"/>
        </dgm:presLayoutVars>
      </dgm:prSet>
      <dgm:spPr/>
    </dgm:pt>
    <dgm:pt modelId="{DE399E3F-7C33-4AD6-8297-88980F2C628E}" type="pres">
      <dgm:prSet presAssocID="{09E10E4A-FAD6-4555-A37F-707ECDA61345}" presName="circleB" presStyleLbl="node1" presStyleIdx="1" presStyleCnt="5"/>
      <dgm:spPr/>
    </dgm:pt>
    <dgm:pt modelId="{F444DD33-43B6-48B2-A6A9-FDD130CCC10A}" type="pres">
      <dgm:prSet presAssocID="{09E10E4A-FAD6-4555-A37F-707ECDA61345}" presName="spaceB" presStyleCnt="0"/>
      <dgm:spPr/>
    </dgm:pt>
    <dgm:pt modelId="{153EA5E9-8EBD-411D-A978-46AE24B276ED}" type="pres">
      <dgm:prSet presAssocID="{C5E518C7-7B59-4FE5-B8C8-2C0153B44E74}" presName="space" presStyleCnt="0"/>
      <dgm:spPr/>
    </dgm:pt>
    <dgm:pt modelId="{43B68650-5A26-4A22-BBE3-5551E4906E82}" type="pres">
      <dgm:prSet presAssocID="{F7C18F3F-5FBA-4BAC-A211-4C0606D91306}" presName="compositeA" presStyleCnt="0"/>
      <dgm:spPr/>
    </dgm:pt>
    <dgm:pt modelId="{6C0450A1-A93A-4293-BE54-5376C62B2CA3}" type="pres">
      <dgm:prSet presAssocID="{F7C18F3F-5FBA-4BAC-A211-4C0606D91306}" presName="textA" presStyleLbl="revTx" presStyleIdx="2" presStyleCnt="5" custScaleX="254980">
        <dgm:presLayoutVars>
          <dgm:bulletEnabled val="1"/>
        </dgm:presLayoutVars>
      </dgm:prSet>
      <dgm:spPr/>
    </dgm:pt>
    <dgm:pt modelId="{2C8EBD16-4ED9-4B70-A510-A2B1ED200207}" type="pres">
      <dgm:prSet presAssocID="{F7C18F3F-5FBA-4BAC-A211-4C0606D91306}" presName="circleA" presStyleLbl="node1" presStyleIdx="2" presStyleCnt="5"/>
      <dgm:spPr/>
    </dgm:pt>
    <dgm:pt modelId="{19F5D466-B5C5-4BA2-902E-CF8BC5902C1D}" type="pres">
      <dgm:prSet presAssocID="{F7C18F3F-5FBA-4BAC-A211-4C0606D91306}" presName="spaceA" presStyleCnt="0"/>
      <dgm:spPr/>
    </dgm:pt>
    <dgm:pt modelId="{98A4F9C4-CBE6-4B8C-A20B-6E082B5B777B}" type="pres">
      <dgm:prSet presAssocID="{8E08BE24-4CE5-4C51-B092-576C597222B7}" presName="space" presStyleCnt="0"/>
      <dgm:spPr/>
    </dgm:pt>
    <dgm:pt modelId="{A9384C2A-C4EB-4BE4-8A71-19F29DC4BDEA}" type="pres">
      <dgm:prSet presAssocID="{056A30CD-D0C0-433E-B792-0CBA3A973463}" presName="compositeB" presStyleCnt="0"/>
      <dgm:spPr/>
    </dgm:pt>
    <dgm:pt modelId="{E97443EC-3525-4A6B-98DD-0C0C9803C102}" type="pres">
      <dgm:prSet presAssocID="{056A30CD-D0C0-433E-B792-0CBA3A973463}" presName="textB" presStyleLbl="revTx" presStyleIdx="3" presStyleCnt="5" custScaleX="229209">
        <dgm:presLayoutVars>
          <dgm:bulletEnabled val="1"/>
        </dgm:presLayoutVars>
      </dgm:prSet>
      <dgm:spPr/>
    </dgm:pt>
    <dgm:pt modelId="{F9A3DFEA-4A26-4F9C-8AE1-8C78762B5853}" type="pres">
      <dgm:prSet presAssocID="{056A30CD-D0C0-433E-B792-0CBA3A973463}" presName="circleB" presStyleLbl="node1" presStyleIdx="3" presStyleCnt="5"/>
      <dgm:spPr/>
    </dgm:pt>
    <dgm:pt modelId="{282A6BAD-66C0-4F68-B8EB-0A5F4C34005C}" type="pres">
      <dgm:prSet presAssocID="{056A30CD-D0C0-433E-B792-0CBA3A973463}" presName="spaceB" presStyleCnt="0"/>
      <dgm:spPr/>
    </dgm:pt>
    <dgm:pt modelId="{59B6FAE5-14A1-45B8-909D-64EE2F9386C2}" type="pres">
      <dgm:prSet presAssocID="{B27F1CA0-3B67-4D91-A03D-FBFAB6323785}" presName="space" presStyleCnt="0"/>
      <dgm:spPr/>
    </dgm:pt>
    <dgm:pt modelId="{FA870874-3375-4920-82B9-629495B63CAC}" type="pres">
      <dgm:prSet presAssocID="{5F16D9B5-0071-479B-A1DC-4467E5A34D28}" presName="compositeA" presStyleCnt="0"/>
      <dgm:spPr/>
    </dgm:pt>
    <dgm:pt modelId="{337B0069-F73D-4034-9911-7B3B4443977B}" type="pres">
      <dgm:prSet presAssocID="{5F16D9B5-0071-479B-A1DC-4467E5A34D28}" presName="textA" presStyleLbl="revTx" presStyleIdx="4" presStyleCnt="5" custScaleX="200627">
        <dgm:presLayoutVars>
          <dgm:bulletEnabled val="1"/>
        </dgm:presLayoutVars>
      </dgm:prSet>
      <dgm:spPr/>
    </dgm:pt>
    <dgm:pt modelId="{66097B3D-6825-4FCF-B6AB-6791CF887B67}" type="pres">
      <dgm:prSet presAssocID="{5F16D9B5-0071-479B-A1DC-4467E5A34D28}" presName="circleA" presStyleLbl="node1" presStyleIdx="4" presStyleCnt="5"/>
      <dgm:spPr/>
    </dgm:pt>
    <dgm:pt modelId="{51B7B9CA-FBF8-4E6A-9C16-F03902A26F95}" type="pres">
      <dgm:prSet presAssocID="{5F16D9B5-0071-479B-A1DC-4467E5A34D28}" presName="spaceA" presStyleCnt="0"/>
      <dgm:spPr/>
    </dgm:pt>
  </dgm:ptLst>
  <dgm:cxnLst>
    <dgm:cxn modelId="{AC36FA01-4038-4D18-98B7-F009F715419B}" type="presOf" srcId="{5F16D9B5-0071-479B-A1DC-4467E5A34D28}" destId="{337B0069-F73D-4034-9911-7B3B4443977B}" srcOrd="0" destOrd="0" presId="urn:microsoft.com/office/officeart/2005/8/layout/hProcess11"/>
    <dgm:cxn modelId="{5792290D-7045-4982-BBCD-D34822DE74FC}" type="presOf" srcId="{09E10E4A-FAD6-4555-A37F-707ECDA61345}" destId="{9538E7F8-9B17-411E-9437-9C9EC7FC05C1}" srcOrd="0" destOrd="0" presId="urn:microsoft.com/office/officeart/2005/8/layout/hProcess11"/>
    <dgm:cxn modelId="{74F5B926-8F04-4973-A2BE-C4B3DE7B7F24}" type="presOf" srcId="{C08B8A0F-C9F0-47CB-B255-8D63CBD2D6B4}" destId="{082195F2-CCB5-42B4-B6DB-65C47FCC95FA}" srcOrd="0" destOrd="0" presId="urn:microsoft.com/office/officeart/2005/8/layout/hProcess11"/>
    <dgm:cxn modelId="{13655C3B-FC03-4A6A-B63F-0EE782A20663}" type="presOf" srcId="{C7F06EE6-6A61-4778-9DE3-479F2314D9EA}" destId="{337B0069-F73D-4034-9911-7B3B4443977B}" srcOrd="0" destOrd="1" presId="urn:microsoft.com/office/officeart/2005/8/layout/hProcess11"/>
    <dgm:cxn modelId="{5FCFF83E-9D71-4B2B-B727-7F70A0D4FE83}" srcId="{98A4AE15-DA94-4913-B4B9-E56414369055}" destId="{47397511-689E-4ECA-819C-BD4B5E7F7D65}" srcOrd="0" destOrd="0" parTransId="{5B542B50-F5CE-4A5F-B786-A165284AA221}" sibTransId="{25643C5C-410D-431B-B086-BC7D85E21132}"/>
    <dgm:cxn modelId="{4F95165C-D38C-4282-9754-84E2C1F3737C}" type="presOf" srcId="{F7C18F3F-5FBA-4BAC-A211-4C0606D91306}" destId="{6C0450A1-A93A-4293-BE54-5376C62B2CA3}" srcOrd="0" destOrd="0" presId="urn:microsoft.com/office/officeart/2005/8/layout/hProcess11"/>
    <dgm:cxn modelId="{344ACE61-EA18-4B74-8996-D9A86A5C99A6}" type="presOf" srcId="{47397511-689E-4ECA-819C-BD4B5E7F7D65}" destId="{55C22C86-C321-4C14-8B20-B9387C06F8D4}" srcOrd="0" destOrd="1" presId="urn:microsoft.com/office/officeart/2005/8/layout/hProcess11"/>
    <dgm:cxn modelId="{BC811767-C452-4E12-BEB3-0F229F9A80E2}" type="presOf" srcId="{5071EFED-4BD3-42B0-AA78-74C34C708F79}" destId="{9538E7F8-9B17-411E-9437-9C9EC7FC05C1}" srcOrd="0" destOrd="1" presId="urn:microsoft.com/office/officeart/2005/8/layout/hProcess11"/>
    <dgm:cxn modelId="{24F17050-DC5B-47B5-BC5D-0742261AA58D}" type="presOf" srcId="{D0AA4243-798B-4D4B-ADBB-07F24D855D0C}" destId="{E97443EC-3525-4A6B-98DD-0C0C9803C102}" srcOrd="0" destOrd="1" presId="urn:microsoft.com/office/officeart/2005/8/layout/hProcess11"/>
    <dgm:cxn modelId="{98469651-A331-4B33-BF03-E5F95BED3AEE}" srcId="{5F16D9B5-0071-479B-A1DC-4467E5A34D28}" destId="{C7F06EE6-6A61-4778-9DE3-479F2314D9EA}" srcOrd="0" destOrd="0" parTransId="{59645274-7B5F-4104-ADF6-BF65C7F982CB}" sibTransId="{75313A71-8103-4659-9B09-F3B04FB4ED71}"/>
    <dgm:cxn modelId="{C7A30754-E0D2-4AA1-9634-C7BB3912B9EB}" type="presOf" srcId="{98A4AE15-DA94-4913-B4B9-E56414369055}" destId="{55C22C86-C321-4C14-8B20-B9387C06F8D4}" srcOrd="0" destOrd="0" presId="urn:microsoft.com/office/officeart/2005/8/layout/hProcess11"/>
    <dgm:cxn modelId="{8B2FA379-3FBC-41A3-9E55-1079C52C3A01}" srcId="{09E10E4A-FAD6-4555-A37F-707ECDA61345}" destId="{5071EFED-4BD3-42B0-AA78-74C34C708F79}" srcOrd="0" destOrd="0" parTransId="{73E6D946-5AD4-4B5D-901E-F3BF092C84CF}" sibTransId="{E1CEF42C-54FB-4388-97A9-CD9836926174}"/>
    <dgm:cxn modelId="{11210391-9AF1-458A-A436-FC9388DE29D4}" srcId="{C08B8A0F-C9F0-47CB-B255-8D63CBD2D6B4}" destId="{056A30CD-D0C0-433E-B792-0CBA3A973463}" srcOrd="3" destOrd="0" parTransId="{305DA53B-6153-4392-96B2-6E20BFB06560}" sibTransId="{B27F1CA0-3B67-4D91-A03D-FBFAB6323785}"/>
    <dgm:cxn modelId="{8DDC0FA5-4B29-4342-81A5-5BA4AA2015D1}" type="presOf" srcId="{78D1E948-5FC4-40E6-9C3D-FFE4A2445680}" destId="{6C0450A1-A93A-4293-BE54-5376C62B2CA3}" srcOrd="0" destOrd="1" presId="urn:microsoft.com/office/officeart/2005/8/layout/hProcess11"/>
    <dgm:cxn modelId="{C6FCA1AE-F899-4272-8C60-7EC0EE9CFF50}" srcId="{C08B8A0F-C9F0-47CB-B255-8D63CBD2D6B4}" destId="{F7C18F3F-5FBA-4BAC-A211-4C0606D91306}" srcOrd="2" destOrd="0" parTransId="{B2F92656-6EFD-4C5C-BCB8-44D03A2F0A89}" sibTransId="{8E08BE24-4CE5-4C51-B092-576C597222B7}"/>
    <dgm:cxn modelId="{41EF2FC4-8773-4426-AF4A-7B2E87254E00}" srcId="{C08B8A0F-C9F0-47CB-B255-8D63CBD2D6B4}" destId="{09E10E4A-FAD6-4555-A37F-707ECDA61345}" srcOrd="1" destOrd="0" parTransId="{F95E3F0C-B3E6-4103-BE50-FBA6E1F428F2}" sibTransId="{C5E518C7-7B59-4FE5-B8C8-2C0153B44E74}"/>
    <dgm:cxn modelId="{A1A4E1C8-EB68-43A7-8C53-7E0429A6F75F}" type="presOf" srcId="{056A30CD-D0C0-433E-B792-0CBA3A973463}" destId="{E97443EC-3525-4A6B-98DD-0C0C9803C102}" srcOrd="0" destOrd="0" presId="urn:microsoft.com/office/officeart/2005/8/layout/hProcess11"/>
    <dgm:cxn modelId="{5970EEF1-F713-4055-B2ED-49FDAA1F35C0}" srcId="{F7C18F3F-5FBA-4BAC-A211-4C0606D91306}" destId="{78D1E948-5FC4-40E6-9C3D-FFE4A2445680}" srcOrd="0" destOrd="0" parTransId="{3FCEBDEB-303B-4EAB-A627-EECCD4A75BB5}" sibTransId="{7954F9D8-093F-48EC-A591-9899DDE46AC8}"/>
    <dgm:cxn modelId="{A4D2D0F2-D252-4EC5-9973-750596DB9CAA}" srcId="{C08B8A0F-C9F0-47CB-B255-8D63CBD2D6B4}" destId="{98A4AE15-DA94-4913-B4B9-E56414369055}" srcOrd="0" destOrd="0" parTransId="{FE475D0B-7031-4619-ABA7-4B2AE32263F9}" sibTransId="{858F89A8-D351-4AE9-A3A2-17FDB22E5F84}"/>
    <dgm:cxn modelId="{DE7503F3-5D3F-4B19-9576-3A21ADF664B2}" srcId="{056A30CD-D0C0-433E-B792-0CBA3A973463}" destId="{D0AA4243-798B-4D4B-ADBB-07F24D855D0C}" srcOrd="0" destOrd="0" parTransId="{19790C7F-7D76-496A-ACFC-5146295085FB}" sibTransId="{3F32C95C-28B6-4532-9E96-538CB921E917}"/>
    <dgm:cxn modelId="{27E3BFF9-469E-433A-8246-CEBD85AFA5E6}" srcId="{C08B8A0F-C9F0-47CB-B255-8D63CBD2D6B4}" destId="{5F16D9B5-0071-479B-A1DC-4467E5A34D28}" srcOrd="4" destOrd="0" parTransId="{B388DF02-FC81-441D-95A9-D4EDF4CE47FF}" sibTransId="{9761B3BE-0323-4F64-9F4D-3EB3012E3CB2}"/>
    <dgm:cxn modelId="{D5E8D33D-72AB-44A0-AF4C-2C3399FD210F}" type="presParOf" srcId="{082195F2-CCB5-42B4-B6DB-65C47FCC95FA}" destId="{FA6A303F-60AE-4D73-B372-CFDC68BBD9FD}" srcOrd="0" destOrd="0" presId="urn:microsoft.com/office/officeart/2005/8/layout/hProcess11"/>
    <dgm:cxn modelId="{B9440A58-B2D4-4319-8F18-B7A27CEB08F0}" type="presParOf" srcId="{082195F2-CCB5-42B4-B6DB-65C47FCC95FA}" destId="{436A3BAD-44D5-4678-99EB-29397990ECAF}" srcOrd="1" destOrd="0" presId="urn:microsoft.com/office/officeart/2005/8/layout/hProcess11"/>
    <dgm:cxn modelId="{6D03847C-FA39-48AF-87EB-4B1B841BBFF2}" type="presParOf" srcId="{436A3BAD-44D5-4678-99EB-29397990ECAF}" destId="{A3B94B41-5A09-4BA2-84A3-30C43FA509A1}" srcOrd="0" destOrd="0" presId="urn:microsoft.com/office/officeart/2005/8/layout/hProcess11"/>
    <dgm:cxn modelId="{CDADBB41-DB94-415D-ADB0-F18D282086AE}" type="presParOf" srcId="{A3B94B41-5A09-4BA2-84A3-30C43FA509A1}" destId="{55C22C86-C321-4C14-8B20-B9387C06F8D4}" srcOrd="0" destOrd="0" presId="urn:microsoft.com/office/officeart/2005/8/layout/hProcess11"/>
    <dgm:cxn modelId="{F91383CC-8E67-4783-88A2-12D63C5EC0C2}" type="presParOf" srcId="{A3B94B41-5A09-4BA2-84A3-30C43FA509A1}" destId="{FF138C3F-CD4F-449A-9F2B-300483DA7BEC}" srcOrd="1" destOrd="0" presId="urn:microsoft.com/office/officeart/2005/8/layout/hProcess11"/>
    <dgm:cxn modelId="{0FB8EEAA-3E09-4147-90C2-1568B1F224BC}" type="presParOf" srcId="{A3B94B41-5A09-4BA2-84A3-30C43FA509A1}" destId="{BE384C16-C166-4F36-9550-C12EF9509106}" srcOrd="2" destOrd="0" presId="urn:microsoft.com/office/officeart/2005/8/layout/hProcess11"/>
    <dgm:cxn modelId="{76C8FE56-EBCF-462C-8D0D-91A99801CCAA}" type="presParOf" srcId="{436A3BAD-44D5-4678-99EB-29397990ECAF}" destId="{B7AB42B2-38BF-4FC8-A190-BE33D21CC0F1}" srcOrd="1" destOrd="0" presId="urn:microsoft.com/office/officeart/2005/8/layout/hProcess11"/>
    <dgm:cxn modelId="{EAD6CDCA-8CF2-4AFD-8D60-B0F29721AA28}" type="presParOf" srcId="{436A3BAD-44D5-4678-99EB-29397990ECAF}" destId="{826B8277-BA97-4D6D-BE83-7D2B270EDC02}" srcOrd="2" destOrd="0" presId="urn:microsoft.com/office/officeart/2005/8/layout/hProcess11"/>
    <dgm:cxn modelId="{29B1E4C6-A50E-40F7-BB4E-EB9A6BA54C37}" type="presParOf" srcId="{826B8277-BA97-4D6D-BE83-7D2B270EDC02}" destId="{9538E7F8-9B17-411E-9437-9C9EC7FC05C1}" srcOrd="0" destOrd="0" presId="urn:microsoft.com/office/officeart/2005/8/layout/hProcess11"/>
    <dgm:cxn modelId="{C999BCD5-46CD-4AD9-8902-D7FAD9AF0C54}" type="presParOf" srcId="{826B8277-BA97-4D6D-BE83-7D2B270EDC02}" destId="{DE399E3F-7C33-4AD6-8297-88980F2C628E}" srcOrd="1" destOrd="0" presId="urn:microsoft.com/office/officeart/2005/8/layout/hProcess11"/>
    <dgm:cxn modelId="{6B0F2CF6-576D-4306-9225-75152E03916D}" type="presParOf" srcId="{826B8277-BA97-4D6D-BE83-7D2B270EDC02}" destId="{F444DD33-43B6-48B2-A6A9-FDD130CCC10A}" srcOrd="2" destOrd="0" presId="urn:microsoft.com/office/officeart/2005/8/layout/hProcess11"/>
    <dgm:cxn modelId="{1A884742-F8B4-4770-B1E2-989CC4077DE2}" type="presParOf" srcId="{436A3BAD-44D5-4678-99EB-29397990ECAF}" destId="{153EA5E9-8EBD-411D-A978-46AE24B276ED}" srcOrd="3" destOrd="0" presId="urn:microsoft.com/office/officeart/2005/8/layout/hProcess11"/>
    <dgm:cxn modelId="{7DEC9C8F-C623-4FD8-AC56-B57408BB2C6B}" type="presParOf" srcId="{436A3BAD-44D5-4678-99EB-29397990ECAF}" destId="{43B68650-5A26-4A22-BBE3-5551E4906E82}" srcOrd="4" destOrd="0" presId="urn:microsoft.com/office/officeart/2005/8/layout/hProcess11"/>
    <dgm:cxn modelId="{C52BCDE8-0BA6-4F95-AE6C-CF8EBB246C79}" type="presParOf" srcId="{43B68650-5A26-4A22-BBE3-5551E4906E82}" destId="{6C0450A1-A93A-4293-BE54-5376C62B2CA3}" srcOrd="0" destOrd="0" presId="urn:microsoft.com/office/officeart/2005/8/layout/hProcess11"/>
    <dgm:cxn modelId="{E0ED55DF-A7A4-42ED-BD3D-CB4CDC00609A}" type="presParOf" srcId="{43B68650-5A26-4A22-BBE3-5551E4906E82}" destId="{2C8EBD16-4ED9-4B70-A510-A2B1ED200207}" srcOrd="1" destOrd="0" presId="urn:microsoft.com/office/officeart/2005/8/layout/hProcess11"/>
    <dgm:cxn modelId="{54F382D7-635A-4D68-85E5-EEBF5FB0E187}" type="presParOf" srcId="{43B68650-5A26-4A22-BBE3-5551E4906E82}" destId="{19F5D466-B5C5-4BA2-902E-CF8BC5902C1D}" srcOrd="2" destOrd="0" presId="urn:microsoft.com/office/officeart/2005/8/layout/hProcess11"/>
    <dgm:cxn modelId="{6CC07631-CA3C-47DF-A2CF-D25026786B6F}" type="presParOf" srcId="{436A3BAD-44D5-4678-99EB-29397990ECAF}" destId="{98A4F9C4-CBE6-4B8C-A20B-6E082B5B777B}" srcOrd="5" destOrd="0" presId="urn:microsoft.com/office/officeart/2005/8/layout/hProcess11"/>
    <dgm:cxn modelId="{8F05406E-C951-4002-A90D-242D28D7E0C6}" type="presParOf" srcId="{436A3BAD-44D5-4678-99EB-29397990ECAF}" destId="{A9384C2A-C4EB-4BE4-8A71-19F29DC4BDEA}" srcOrd="6" destOrd="0" presId="urn:microsoft.com/office/officeart/2005/8/layout/hProcess11"/>
    <dgm:cxn modelId="{7E7550FB-CABF-481F-965D-D0ED4272F766}" type="presParOf" srcId="{A9384C2A-C4EB-4BE4-8A71-19F29DC4BDEA}" destId="{E97443EC-3525-4A6B-98DD-0C0C9803C102}" srcOrd="0" destOrd="0" presId="urn:microsoft.com/office/officeart/2005/8/layout/hProcess11"/>
    <dgm:cxn modelId="{02553DE6-2405-4AAA-ABDE-31FAE74D2AC1}" type="presParOf" srcId="{A9384C2A-C4EB-4BE4-8A71-19F29DC4BDEA}" destId="{F9A3DFEA-4A26-4F9C-8AE1-8C78762B5853}" srcOrd="1" destOrd="0" presId="urn:microsoft.com/office/officeart/2005/8/layout/hProcess11"/>
    <dgm:cxn modelId="{5E1B72B2-C26D-42EB-A061-10CDCC0E1DC5}" type="presParOf" srcId="{A9384C2A-C4EB-4BE4-8A71-19F29DC4BDEA}" destId="{282A6BAD-66C0-4F68-B8EB-0A5F4C34005C}" srcOrd="2" destOrd="0" presId="urn:microsoft.com/office/officeart/2005/8/layout/hProcess11"/>
    <dgm:cxn modelId="{872314B7-57CB-4EE7-9370-2B100D9FFE5A}" type="presParOf" srcId="{436A3BAD-44D5-4678-99EB-29397990ECAF}" destId="{59B6FAE5-14A1-45B8-909D-64EE2F9386C2}" srcOrd="7" destOrd="0" presId="urn:microsoft.com/office/officeart/2005/8/layout/hProcess11"/>
    <dgm:cxn modelId="{E91AA41A-8547-4EB7-A7BD-EF5FBA279891}" type="presParOf" srcId="{436A3BAD-44D5-4678-99EB-29397990ECAF}" destId="{FA870874-3375-4920-82B9-629495B63CAC}" srcOrd="8" destOrd="0" presId="urn:microsoft.com/office/officeart/2005/8/layout/hProcess11"/>
    <dgm:cxn modelId="{D6614FC5-FEBD-4C67-AF25-26201BFA3116}" type="presParOf" srcId="{FA870874-3375-4920-82B9-629495B63CAC}" destId="{337B0069-F73D-4034-9911-7B3B4443977B}" srcOrd="0" destOrd="0" presId="urn:microsoft.com/office/officeart/2005/8/layout/hProcess11"/>
    <dgm:cxn modelId="{6DA4E453-7AAD-4616-89BF-424512707FC8}" type="presParOf" srcId="{FA870874-3375-4920-82B9-629495B63CAC}" destId="{66097B3D-6825-4FCF-B6AB-6791CF887B67}" srcOrd="1" destOrd="0" presId="urn:microsoft.com/office/officeart/2005/8/layout/hProcess11"/>
    <dgm:cxn modelId="{81A2C87C-67FF-4C14-A09E-71111D5E4426}" type="presParOf" srcId="{FA870874-3375-4920-82B9-629495B63CAC}" destId="{51B7B9CA-FBF8-4E6A-9C16-F03902A26F9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FAD8D8-145F-4C02-AA2E-8364D1AB1A8C}" type="doc">
      <dgm:prSet loTypeId="urn:microsoft.com/office/officeart/2005/8/layout/cycle5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F0BDC0E-56D5-4767-916E-395E7B6BCF38}">
      <dgm:prSet phldrT="[Text]" custT="1"/>
      <dgm:spPr>
        <a:solidFill>
          <a:srgbClr val="F8F8F8"/>
        </a:solidFill>
      </dgm:spPr>
      <dgm:t>
        <a:bodyPr/>
        <a:lstStyle/>
        <a:p>
          <a:pPr algn="l">
            <a:buFont typeface="+mj-lt"/>
            <a:buAutoNum type="arabicPeriod"/>
          </a:pPr>
          <a:r>
            <a:rPr lang="en-US" sz="1200" b="1" dirty="0">
              <a:solidFill>
                <a:srgbClr val="244B85"/>
              </a:solidFill>
              <a:latin typeface="Century Gothic" panose="020B0502020202020204" pitchFamily="34" charset="0"/>
            </a:rPr>
            <a:t>The Briefing:</a:t>
          </a:r>
          <a:endParaRPr lang="en-IN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58B49049-D1F5-49CA-A557-B7D11C42F64D}" type="parTrans" cxnId="{46A9F09A-E17A-4A11-A604-6D497806B45B}">
      <dgm:prSet/>
      <dgm:spPr/>
      <dgm:t>
        <a:bodyPr/>
        <a:lstStyle/>
        <a:p>
          <a:endParaRPr lang="en-IN"/>
        </a:p>
      </dgm:t>
    </dgm:pt>
    <dgm:pt modelId="{0DFBE464-AD84-41CE-B428-A278090F6A6B}" type="sibTrans" cxnId="{46A9F09A-E17A-4A11-A604-6D497806B45B}">
      <dgm:prSet/>
      <dgm:spPr/>
      <dgm:t>
        <a:bodyPr/>
        <a:lstStyle/>
        <a:p>
          <a:endParaRPr lang="en-IN"/>
        </a:p>
      </dgm:t>
    </dgm:pt>
    <dgm:pt modelId="{458CE4A8-C6A4-4D25-AF3A-5275C8D040A1}">
      <dgm:prSet custT="1"/>
      <dgm:spPr>
        <a:solidFill>
          <a:srgbClr val="F8F8F8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sz="1200" b="1" dirty="0">
              <a:solidFill>
                <a:srgbClr val="244B85"/>
              </a:solidFill>
              <a:latin typeface="Century Gothic" panose="020B0502020202020204" pitchFamily="34" charset="0"/>
            </a:rPr>
            <a:t>Strategy:</a:t>
          </a:r>
          <a:endParaRPr lang="en-US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77BCC4B9-0563-4B41-853B-FA9D1C46C9BA}" type="parTrans" cxnId="{77B8A9E0-7D47-4165-828D-DD5F2FAA44E7}">
      <dgm:prSet/>
      <dgm:spPr/>
      <dgm:t>
        <a:bodyPr/>
        <a:lstStyle/>
        <a:p>
          <a:endParaRPr lang="en-IN"/>
        </a:p>
      </dgm:t>
    </dgm:pt>
    <dgm:pt modelId="{89223CFA-5213-4AE2-B0DC-9626A8B4DD88}" type="sibTrans" cxnId="{77B8A9E0-7D47-4165-828D-DD5F2FAA44E7}">
      <dgm:prSet/>
      <dgm:spPr/>
      <dgm:t>
        <a:bodyPr/>
        <a:lstStyle/>
        <a:p>
          <a:endParaRPr lang="en-IN"/>
        </a:p>
      </dgm:t>
    </dgm:pt>
    <dgm:pt modelId="{F7ED7CF7-A656-4416-8B09-257D3987B155}">
      <dgm:prSet custT="1"/>
      <dgm:spPr>
        <a:solidFill>
          <a:srgbClr val="F8F8F8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IN" sz="1200" b="1" dirty="0">
              <a:solidFill>
                <a:srgbClr val="244B85"/>
              </a:solidFill>
              <a:latin typeface="Century Gothic" panose="020B0502020202020204" pitchFamily="34" charset="0"/>
            </a:rPr>
            <a:t>Intervention:</a:t>
          </a:r>
          <a:endParaRPr lang="en-IN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F8024009-882D-42E4-A6C3-D21ECA3CFEA9}" type="parTrans" cxnId="{875F253B-31D4-43D7-9152-BE5FA7BC0620}">
      <dgm:prSet/>
      <dgm:spPr/>
      <dgm:t>
        <a:bodyPr/>
        <a:lstStyle/>
        <a:p>
          <a:endParaRPr lang="en-IN"/>
        </a:p>
      </dgm:t>
    </dgm:pt>
    <dgm:pt modelId="{824618CB-070F-4A6C-985F-D08B1311C18C}" type="sibTrans" cxnId="{875F253B-31D4-43D7-9152-BE5FA7BC0620}">
      <dgm:prSet/>
      <dgm:spPr/>
      <dgm:t>
        <a:bodyPr/>
        <a:lstStyle/>
        <a:p>
          <a:endParaRPr lang="en-IN"/>
        </a:p>
      </dgm:t>
    </dgm:pt>
    <dgm:pt modelId="{EE48A90F-E957-4867-89ED-81871C3670CF}">
      <dgm:prSet custT="1"/>
      <dgm:spPr>
        <a:solidFill>
          <a:srgbClr val="F8F8F8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sz="1200" b="1" dirty="0">
              <a:solidFill>
                <a:srgbClr val="244B85"/>
              </a:solidFill>
              <a:latin typeface="Century Gothic" panose="020B0502020202020204" pitchFamily="34" charset="0"/>
            </a:rPr>
            <a:t>Consequence:</a:t>
          </a:r>
          <a:endParaRPr lang="en-US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79DB5099-2CA6-4EDA-9477-A94F7CD8CE04}" type="parTrans" cxnId="{E7A48FF2-2BEC-4216-9542-2919656C1060}">
      <dgm:prSet/>
      <dgm:spPr/>
      <dgm:t>
        <a:bodyPr/>
        <a:lstStyle/>
        <a:p>
          <a:endParaRPr lang="en-IN"/>
        </a:p>
      </dgm:t>
    </dgm:pt>
    <dgm:pt modelId="{F41BF883-93E4-4473-9C78-F3E1286FDA27}" type="sibTrans" cxnId="{E7A48FF2-2BEC-4216-9542-2919656C1060}">
      <dgm:prSet/>
      <dgm:spPr/>
      <dgm:t>
        <a:bodyPr/>
        <a:lstStyle/>
        <a:p>
          <a:endParaRPr lang="en-IN"/>
        </a:p>
      </dgm:t>
    </dgm:pt>
    <dgm:pt modelId="{71D61C8B-0108-4828-BCDC-500CE71734D4}">
      <dgm:prSet phldrT="[Text]" custT="1"/>
      <dgm:spPr>
        <a:solidFill>
          <a:srgbClr val="F8F8F8"/>
        </a:solidFill>
      </dgm:spPr>
      <dgm:t>
        <a:bodyPr/>
        <a:lstStyle/>
        <a:p>
          <a:pPr algn="l">
            <a:buNone/>
          </a:pPr>
          <a:r>
            <a:rPr lang="en-US" sz="1200" dirty="0">
              <a:solidFill>
                <a:srgbClr val="244B85"/>
              </a:solidFill>
            </a:rPr>
            <a:t>Board injects new real-time variables (e.g., a sudden trade blockade).</a:t>
          </a:r>
          <a:endParaRPr lang="en-IN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3319D86E-E988-4844-AC3A-0AE60F6CB97E}" type="parTrans" cxnId="{FF563341-6CFD-4099-A161-A8817FC22E71}">
      <dgm:prSet/>
      <dgm:spPr/>
      <dgm:t>
        <a:bodyPr/>
        <a:lstStyle/>
        <a:p>
          <a:endParaRPr lang="en-IN"/>
        </a:p>
      </dgm:t>
    </dgm:pt>
    <dgm:pt modelId="{4E706D22-E4D7-4F57-837A-B6F111AA9A4B}" type="sibTrans" cxnId="{FF563341-6CFD-4099-A161-A8817FC22E71}">
      <dgm:prSet/>
      <dgm:spPr/>
      <dgm:t>
        <a:bodyPr/>
        <a:lstStyle/>
        <a:p>
          <a:endParaRPr lang="en-IN"/>
        </a:p>
      </dgm:t>
    </dgm:pt>
    <dgm:pt modelId="{7DCEC591-26DF-4FA7-A944-498161238695}">
      <dgm:prSet custT="1"/>
      <dgm:spPr>
        <a:solidFill>
          <a:srgbClr val="F8F8F8"/>
        </a:solidFill>
      </dgm:spPr>
      <dgm:t>
        <a:bodyPr/>
        <a:lstStyle/>
        <a:p>
          <a:pPr>
            <a:buNone/>
          </a:pPr>
          <a:r>
            <a:rPr lang="en-IN" sz="1200" dirty="0">
              <a:solidFill>
                <a:srgbClr val="244B85"/>
              </a:solidFill>
            </a:rPr>
            <a:t>Delegations deploy deterrents (Sanctions, Treaties) under a </a:t>
          </a:r>
          <a:r>
            <a:rPr lang="en-IN" sz="1200" b="1" dirty="0">
              <a:solidFill>
                <a:srgbClr val="244B85"/>
              </a:solidFill>
            </a:rPr>
            <a:t>Non-Escalation Rule</a:t>
          </a:r>
          <a:r>
            <a:rPr lang="en-IN" sz="1200" dirty="0">
              <a:solidFill>
                <a:srgbClr val="244B85"/>
              </a:solidFill>
            </a:rPr>
            <a:t>.</a:t>
          </a:r>
          <a:endParaRPr lang="en-US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6F5F32C2-E522-4BC6-A9A3-87DDFEF707E4}" type="parTrans" cxnId="{1A75A314-A43E-4762-AEF8-218E31308577}">
      <dgm:prSet/>
      <dgm:spPr/>
      <dgm:t>
        <a:bodyPr/>
        <a:lstStyle/>
        <a:p>
          <a:endParaRPr lang="en-IN"/>
        </a:p>
      </dgm:t>
    </dgm:pt>
    <dgm:pt modelId="{719AECDF-8188-4163-BFAC-CD2B6547A432}" type="sibTrans" cxnId="{1A75A314-A43E-4762-AEF8-218E31308577}">
      <dgm:prSet/>
      <dgm:spPr/>
      <dgm:t>
        <a:bodyPr/>
        <a:lstStyle/>
        <a:p>
          <a:endParaRPr lang="en-IN"/>
        </a:p>
      </dgm:t>
    </dgm:pt>
    <dgm:pt modelId="{6202724B-057A-4B0E-9CEB-2466F786993A}">
      <dgm:prSet custT="1"/>
      <dgm:spPr>
        <a:solidFill>
          <a:srgbClr val="F8F8F8"/>
        </a:solidFill>
      </dgm:spPr>
      <dgm:t>
        <a:bodyPr/>
        <a:lstStyle/>
        <a:p>
          <a:pPr>
            <a:buNone/>
          </a:pPr>
          <a:r>
            <a:rPr lang="en-US" sz="1200" dirty="0">
              <a:solidFill>
                <a:srgbClr val="244B85"/>
              </a:solidFill>
            </a:rPr>
            <a:t>International Organizations (UN/ASEAN) broker regional stability.</a:t>
          </a:r>
          <a:endParaRPr lang="en-IN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B3B44BE7-FF10-41C2-98C0-C09CE05AA1F3}" type="parTrans" cxnId="{09F5D8E5-3ACA-4030-8ED6-4EC2939A1523}">
      <dgm:prSet/>
      <dgm:spPr/>
      <dgm:t>
        <a:bodyPr/>
        <a:lstStyle/>
        <a:p>
          <a:endParaRPr lang="en-IN"/>
        </a:p>
      </dgm:t>
    </dgm:pt>
    <dgm:pt modelId="{404D6DFC-0BD1-4FC5-86B9-C6B3554054E9}" type="sibTrans" cxnId="{09F5D8E5-3ACA-4030-8ED6-4EC2939A1523}">
      <dgm:prSet/>
      <dgm:spPr/>
      <dgm:t>
        <a:bodyPr/>
        <a:lstStyle/>
        <a:p>
          <a:endParaRPr lang="en-IN"/>
        </a:p>
      </dgm:t>
    </dgm:pt>
    <dgm:pt modelId="{3194054F-84EE-446B-B5ED-477B9411C1D6}">
      <dgm:prSet custT="1"/>
      <dgm:spPr>
        <a:solidFill>
          <a:srgbClr val="F8F8F8"/>
        </a:solidFill>
      </dgm:spPr>
      <dgm:t>
        <a:bodyPr/>
        <a:lstStyle/>
        <a:p>
          <a:pPr>
            <a:buNone/>
          </a:pPr>
          <a:r>
            <a:rPr lang="en-US" sz="1200" dirty="0">
              <a:solidFill>
                <a:srgbClr val="244B85"/>
              </a:solidFill>
            </a:rPr>
            <a:t>Chair assess the impact of moves, updating the world for the next round.</a:t>
          </a:r>
          <a:endParaRPr lang="en-US" sz="1200" dirty="0">
            <a:solidFill>
              <a:srgbClr val="244B85"/>
            </a:solidFill>
            <a:latin typeface="Century Gothic" panose="020B0502020202020204" pitchFamily="34" charset="0"/>
          </a:endParaRPr>
        </a:p>
      </dgm:t>
    </dgm:pt>
    <dgm:pt modelId="{687CD845-9DF5-492D-8744-9CEAF28B0B59}" type="parTrans" cxnId="{8CB7991A-BD9E-4CA4-B8F9-7D9863706660}">
      <dgm:prSet/>
      <dgm:spPr/>
      <dgm:t>
        <a:bodyPr/>
        <a:lstStyle/>
        <a:p>
          <a:endParaRPr lang="en-IN"/>
        </a:p>
      </dgm:t>
    </dgm:pt>
    <dgm:pt modelId="{19612882-5EEC-460E-B525-95ED84831792}" type="sibTrans" cxnId="{8CB7991A-BD9E-4CA4-B8F9-7D9863706660}">
      <dgm:prSet/>
      <dgm:spPr/>
      <dgm:t>
        <a:bodyPr/>
        <a:lstStyle/>
        <a:p>
          <a:endParaRPr lang="en-IN"/>
        </a:p>
      </dgm:t>
    </dgm:pt>
    <dgm:pt modelId="{406005BE-46C2-4742-8C90-2E23FF597A8D}" type="pres">
      <dgm:prSet presAssocID="{DEFAD8D8-145F-4C02-AA2E-8364D1AB1A8C}" presName="cycle" presStyleCnt="0">
        <dgm:presLayoutVars>
          <dgm:dir/>
          <dgm:resizeHandles val="exact"/>
        </dgm:presLayoutVars>
      </dgm:prSet>
      <dgm:spPr/>
    </dgm:pt>
    <dgm:pt modelId="{1762DC4B-75C0-41E7-B33C-844922EBE5F8}" type="pres">
      <dgm:prSet presAssocID="{3F0BDC0E-56D5-4767-916E-395E7B6BCF38}" presName="node" presStyleLbl="node1" presStyleIdx="0" presStyleCnt="4" custScaleX="131238" custRadScaleRad="113936" custRadScaleInc="5094">
        <dgm:presLayoutVars>
          <dgm:bulletEnabled val="1"/>
        </dgm:presLayoutVars>
      </dgm:prSet>
      <dgm:spPr/>
    </dgm:pt>
    <dgm:pt modelId="{BCAC4B2C-F6DE-4492-8455-B6EAC65B4D75}" type="pres">
      <dgm:prSet presAssocID="{3F0BDC0E-56D5-4767-916E-395E7B6BCF38}" presName="spNode" presStyleCnt="0"/>
      <dgm:spPr/>
    </dgm:pt>
    <dgm:pt modelId="{360A6C3E-DC20-4F81-AE54-7BF998CCE067}" type="pres">
      <dgm:prSet presAssocID="{0DFBE464-AD84-41CE-B428-A278090F6A6B}" presName="sibTrans" presStyleLbl="sibTrans1D1" presStyleIdx="0" presStyleCnt="4"/>
      <dgm:spPr/>
    </dgm:pt>
    <dgm:pt modelId="{E16FF294-24E7-4298-B58B-9F24C9DA66FC}" type="pres">
      <dgm:prSet presAssocID="{458CE4A8-C6A4-4D25-AF3A-5275C8D040A1}" presName="node" presStyleLbl="node1" presStyleIdx="1" presStyleCnt="4" custScaleX="159804" custRadScaleRad="118400" custRadScaleInc="-5231">
        <dgm:presLayoutVars>
          <dgm:bulletEnabled val="1"/>
        </dgm:presLayoutVars>
      </dgm:prSet>
      <dgm:spPr/>
    </dgm:pt>
    <dgm:pt modelId="{C175C47E-3726-441A-BC87-D9A42084783A}" type="pres">
      <dgm:prSet presAssocID="{458CE4A8-C6A4-4D25-AF3A-5275C8D040A1}" presName="spNode" presStyleCnt="0"/>
      <dgm:spPr/>
    </dgm:pt>
    <dgm:pt modelId="{02712A31-2E9F-4EA0-B360-1901E903A982}" type="pres">
      <dgm:prSet presAssocID="{89223CFA-5213-4AE2-B0DC-9626A8B4DD88}" presName="sibTrans" presStyleLbl="sibTrans1D1" presStyleIdx="1" presStyleCnt="4"/>
      <dgm:spPr/>
    </dgm:pt>
    <dgm:pt modelId="{12C4E053-7449-4441-9690-300EB5DB0378}" type="pres">
      <dgm:prSet presAssocID="{F7ED7CF7-A656-4416-8B09-257D3987B155}" presName="node" presStyleLbl="node1" presStyleIdx="2" presStyleCnt="4" custScaleX="135464">
        <dgm:presLayoutVars>
          <dgm:bulletEnabled val="1"/>
        </dgm:presLayoutVars>
      </dgm:prSet>
      <dgm:spPr/>
    </dgm:pt>
    <dgm:pt modelId="{F646A26C-9389-460E-83F6-CA6B87CA084A}" type="pres">
      <dgm:prSet presAssocID="{F7ED7CF7-A656-4416-8B09-257D3987B155}" presName="spNode" presStyleCnt="0"/>
      <dgm:spPr/>
    </dgm:pt>
    <dgm:pt modelId="{70F8CB21-4745-466C-BFD0-DC08F72D455B}" type="pres">
      <dgm:prSet presAssocID="{824618CB-070F-4A6C-985F-D08B1311C18C}" presName="sibTrans" presStyleLbl="sibTrans1D1" presStyleIdx="2" presStyleCnt="4"/>
      <dgm:spPr/>
    </dgm:pt>
    <dgm:pt modelId="{72337B32-2C34-41F4-9224-4970ABBD35C4}" type="pres">
      <dgm:prSet presAssocID="{EE48A90F-E957-4867-89ED-81871C3670CF}" presName="node" presStyleLbl="node1" presStyleIdx="3" presStyleCnt="4" custScaleX="175792" custRadScaleRad="119033" custRadScaleInc="5203">
        <dgm:presLayoutVars>
          <dgm:bulletEnabled val="1"/>
        </dgm:presLayoutVars>
      </dgm:prSet>
      <dgm:spPr/>
    </dgm:pt>
    <dgm:pt modelId="{0CCA5BB4-432A-4D47-9B9E-A8852CA84D2B}" type="pres">
      <dgm:prSet presAssocID="{EE48A90F-E957-4867-89ED-81871C3670CF}" presName="spNode" presStyleCnt="0"/>
      <dgm:spPr/>
    </dgm:pt>
    <dgm:pt modelId="{701624B3-B442-408D-BE5F-F11ACB996935}" type="pres">
      <dgm:prSet presAssocID="{F41BF883-93E4-4473-9C78-F3E1286FDA27}" presName="sibTrans" presStyleLbl="sibTrans1D1" presStyleIdx="3" presStyleCnt="4"/>
      <dgm:spPr/>
    </dgm:pt>
  </dgm:ptLst>
  <dgm:cxnLst>
    <dgm:cxn modelId="{1A75A314-A43E-4762-AEF8-218E31308577}" srcId="{458CE4A8-C6A4-4D25-AF3A-5275C8D040A1}" destId="{7DCEC591-26DF-4FA7-A944-498161238695}" srcOrd="0" destOrd="0" parTransId="{6F5F32C2-E522-4BC6-A9A3-87DDFEF707E4}" sibTransId="{719AECDF-8188-4163-BFAC-CD2B6547A432}"/>
    <dgm:cxn modelId="{8CB7991A-BD9E-4CA4-B8F9-7D9863706660}" srcId="{EE48A90F-E957-4867-89ED-81871C3670CF}" destId="{3194054F-84EE-446B-B5ED-477B9411C1D6}" srcOrd="0" destOrd="0" parTransId="{687CD845-9DF5-492D-8744-9CEAF28B0B59}" sibTransId="{19612882-5EEC-460E-B525-95ED84831792}"/>
    <dgm:cxn modelId="{24FB7F26-B03F-45B6-96F4-2F2B7A330E14}" type="presOf" srcId="{DEFAD8D8-145F-4C02-AA2E-8364D1AB1A8C}" destId="{406005BE-46C2-4742-8C90-2E23FF597A8D}" srcOrd="0" destOrd="0" presId="urn:microsoft.com/office/officeart/2005/8/layout/cycle5"/>
    <dgm:cxn modelId="{57ED1C35-679E-4DDC-B62C-179DF391832D}" type="presOf" srcId="{824618CB-070F-4A6C-985F-D08B1311C18C}" destId="{70F8CB21-4745-466C-BFD0-DC08F72D455B}" srcOrd="0" destOrd="0" presId="urn:microsoft.com/office/officeart/2005/8/layout/cycle5"/>
    <dgm:cxn modelId="{BD4F5A3A-C6A2-4F6F-B500-36FEABE5E4AC}" type="presOf" srcId="{3194054F-84EE-446B-B5ED-477B9411C1D6}" destId="{72337B32-2C34-41F4-9224-4970ABBD35C4}" srcOrd="0" destOrd="1" presId="urn:microsoft.com/office/officeart/2005/8/layout/cycle5"/>
    <dgm:cxn modelId="{875F253B-31D4-43D7-9152-BE5FA7BC0620}" srcId="{DEFAD8D8-145F-4C02-AA2E-8364D1AB1A8C}" destId="{F7ED7CF7-A656-4416-8B09-257D3987B155}" srcOrd="2" destOrd="0" parTransId="{F8024009-882D-42E4-A6C3-D21ECA3CFEA9}" sibTransId="{824618CB-070F-4A6C-985F-D08B1311C18C}"/>
    <dgm:cxn modelId="{FF563341-6CFD-4099-A161-A8817FC22E71}" srcId="{3F0BDC0E-56D5-4767-916E-395E7B6BCF38}" destId="{71D61C8B-0108-4828-BCDC-500CE71734D4}" srcOrd="0" destOrd="0" parTransId="{3319D86E-E988-4844-AC3A-0AE60F6CB97E}" sibTransId="{4E706D22-E4D7-4F57-837A-B6F111AA9A4B}"/>
    <dgm:cxn modelId="{F6288A44-3A63-4803-8813-58147186E7C1}" type="presOf" srcId="{89223CFA-5213-4AE2-B0DC-9626A8B4DD88}" destId="{02712A31-2E9F-4EA0-B360-1901E903A982}" srcOrd="0" destOrd="0" presId="urn:microsoft.com/office/officeart/2005/8/layout/cycle5"/>
    <dgm:cxn modelId="{1A4AEF64-F4D4-4DEE-9D5D-93779D64CA1F}" type="presOf" srcId="{6202724B-057A-4B0E-9CEB-2466F786993A}" destId="{12C4E053-7449-4441-9690-300EB5DB0378}" srcOrd="0" destOrd="1" presId="urn:microsoft.com/office/officeart/2005/8/layout/cycle5"/>
    <dgm:cxn modelId="{41043369-D19F-4CAB-8FCE-7A8A709C6884}" type="presOf" srcId="{EE48A90F-E957-4867-89ED-81871C3670CF}" destId="{72337B32-2C34-41F4-9224-4970ABBD35C4}" srcOrd="0" destOrd="0" presId="urn:microsoft.com/office/officeart/2005/8/layout/cycle5"/>
    <dgm:cxn modelId="{31767487-21F8-4F67-9DC9-D5F7C55F09C3}" type="presOf" srcId="{458CE4A8-C6A4-4D25-AF3A-5275C8D040A1}" destId="{E16FF294-24E7-4298-B58B-9F24C9DA66FC}" srcOrd="0" destOrd="0" presId="urn:microsoft.com/office/officeart/2005/8/layout/cycle5"/>
    <dgm:cxn modelId="{46A9F09A-E17A-4A11-A604-6D497806B45B}" srcId="{DEFAD8D8-145F-4C02-AA2E-8364D1AB1A8C}" destId="{3F0BDC0E-56D5-4767-916E-395E7B6BCF38}" srcOrd="0" destOrd="0" parTransId="{58B49049-D1F5-49CA-A557-B7D11C42F64D}" sibTransId="{0DFBE464-AD84-41CE-B428-A278090F6A6B}"/>
    <dgm:cxn modelId="{CFD57EA1-F825-4DAD-B01E-2DABC3E7B4B9}" type="presOf" srcId="{F41BF883-93E4-4473-9C78-F3E1286FDA27}" destId="{701624B3-B442-408D-BE5F-F11ACB996935}" srcOrd="0" destOrd="0" presId="urn:microsoft.com/office/officeart/2005/8/layout/cycle5"/>
    <dgm:cxn modelId="{0E4628B6-2383-448E-AD9D-DE1FD5D10299}" type="presOf" srcId="{71D61C8B-0108-4828-BCDC-500CE71734D4}" destId="{1762DC4B-75C0-41E7-B33C-844922EBE5F8}" srcOrd="0" destOrd="1" presId="urn:microsoft.com/office/officeart/2005/8/layout/cycle5"/>
    <dgm:cxn modelId="{8A9C9BC8-E105-4056-A9C2-5ABF176EF2D8}" type="presOf" srcId="{3F0BDC0E-56D5-4767-916E-395E7B6BCF38}" destId="{1762DC4B-75C0-41E7-B33C-844922EBE5F8}" srcOrd="0" destOrd="0" presId="urn:microsoft.com/office/officeart/2005/8/layout/cycle5"/>
    <dgm:cxn modelId="{D07CE4CF-D79B-45FE-90B2-9DFE8BAF19F8}" type="presOf" srcId="{7DCEC591-26DF-4FA7-A944-498161238695}" destId="{E16FF294-24E7-4298-B58B-9F24C9DA66FC}" srcOrd="0" destOrd="1" presId="urn:microsoft.com/office/officeart/2005/8/layout/cycle5"/>
    <dgm:cxn modelId="{CCD629D2-5D65-4986-B4E1-4B7162537A81}" type="presOf" srcId="{0DFBE464-AD84-41CE-B428-A278090F6A6B}" destId="{360A6C3E-DC20-4F81-AE54-7BF998CCE067}" srcOrd="0" destOrd="0" presId="urn:microsoft.com/office/officeart/2005/8/layout/cycle5"/>
    <dgm:cxn modelId="{400F04DC-37A7-4B64-9233-2F7011FA6887}" type="presOf" srcId="{F7ED7CF7-A656-4416-8B09-257D3987B155}" destId="{12C4E053-7449-4441-9690-300EB5DB0378}" srcOrd="0" destOrd="0" presId="urn:microsoft.com/office/officeart/2005/8/layout/cycle5"/>
    <dgm:cxn modelId="{77B8A9E0-7D47-4165-828D-DD5F2FAA44E7}" srcId="{DEFAD8D8-145F-4C02-AA2E-8364D1AB1A8C}" destId="{458CE4A8-C6A4-4D25-AF3A-5275C8D040A1}" srcOrd="1" destOrd="0" parTransId="{77BCC4B9-0563-4B41-853B-FA9D1C46C9BA}" sibTransId="{89223CFA-5213-4AE2-B0DC-9626A8B4DD88}"/>
    <dgm:cxn modelId="{09F5D8E5-3ACA-4030-8ED6-4EC2939A1523}" srcId="{F7ED7CF7-A656-4416-8B09-257D3987B155}" destId="{6202724B-057A-4B0E-9CEB-2466F786993A}" srcOrd="0" destOrd="0" parTransId="{B3B44BE7-FF10-41C2-98C0-C09CE05AA1F3}" sibTransId="{404D6DFC-0BD1-4FC5-86B9-C6B3554054E9}"/>
    <dgm:cxn modelId="{E7A48FF2-2BEC-4216-9542-2919656C1060}" srcId="{DEFAD8D8-145F-4C02-AA2E-8364D1AB1A8C}" destId="{EE48A90F-E957-4867-89ED-81871C3670CF}" srcOrd="3" destOrd="0" parTransId="{79DB5099-2CA6-4EDA-9477-A94F7CD8CE04}" sibTransId="{F41BF883-93E4-4473-9C78-F3E1286FDA27}"/>
    <dgm:cxn modelId="{BC998154-6905-4600-B8AE-795DECD88BB9}" type="presParOf" srcId="{406005BE-46C2-4742-8C90-2E23FF597A8D}" destId="{1762DC4B-75C0-41E7-B33C-844922EBE5F8}" srcOrd="0" destOrd="0" presId="urn:microsoft.com/office/officeart/2005/8/layout/cycle5"/>
    <dgm:cxn modelId="{3E8A78DB-33AE-4F47-B799-635D08D293BE}" type="presParOf" srcId="{406005BE-46C2-4742-8C90-2E23FF597A8D}" destId="{BCAC4B2C-F6DE-4492-8455-B6EAC65B4D75}" srcOrd="1" destOrd="0" presId="urn:microsoft.com/office/officeart/2005/8/layout/cycle5"/>
    <dgm:cxn modelId="{63F2D260-1561-4706-B8FC-51F34F8A1D34}" type="presParOf" srcId="{406005BE-46C2-4742-8C90-2E23FF597A8D}" destId="{360A6C3E-DC20-4F81-AE54-7BF998CCE067}" srcOrd="2" destOrd="0" presId="urn:microsoft.com/office/officeart/2005/8/layout/cycle5"/>
    <dgm:cxn modelId="{FADEAB67-F3C6-4BFB-B59E-73F91672665B}" type="presParOf" srcId="{406005BE-46C2-4742-8C90-2E23FF597A8D}" destId="{E16FF294-24E7-4298-B58B-9F24C9DA66FC}" srcOrd="3" destOrd="0" presId="urn:microsoft.com/office/officeart/2005/8/layout/cycle5"/>
    <dgm:cxn modelId="{96FE3FE6-8D60-4B5B-9828-E0781853070D}" type="presParOf" srcId="{406005BE-46C2-4742-8C90-2E23FF597A8D}" destId="{C175C47E-3726-441A-BC87-D9A42084783A}" srcOrd="4" destOrd="0" presId="urn:microsoft.com/office/officeart/2005/8/layout/cycle5"/>
    <dgm:cxn modelId="{2F813BF4-A8B8-47F3-A92B-1C0D60AD7DF6}" type="presParOf" srcId="{406005BE-46C2-4742-8C90-2E23FF597A8D}" destId="{02712A31-2E9F-4EA0-B360-1901E903A982}" srcOrd="5" destOrd="0" presId="urn:microsoft.com/office/officeart/2005/8/layout/cycle5"/>
    <dgm:cxn modelId="{CB28D00C-4263-40ED-8F07-1D6FA31AB793}" type="presParOf" srcId="{406005BE-46C2-4742-8C90-2E23FF597A8D}" destId="{12C4E053-7449-4441-9690-300EB5DB0378}" srcOrd="6" destOrd="0" presId="urn:microsoft.com/office/officeart/2005/8/layout/cycle5"/>
    <dgm:cxn modelId="{B8EB2DEB-B3DC-4B88-B78E-1F1756CFF07F}" type="presParOf" srcId="{406005BE-46C2-4742-8C90-2E23FF597A8D}" destId="{F646A26C-9389-460E-83F6-CA6B87CA084A}" srcOrd="7" destOrd="0" presId="urn:microsoft.com/office/officeart/2005/8/layout/cycle5"/>
    <dgm:cxn modelId="{48688175-8ED7-41DB-ABE2-399D17AF3610}" type="presParOf" srcId="{406005BE-46C2-4742-8C90-2E23FF597A8D}" destId="{70F8CB21-4745-466C-BFD0-DC08F72D455B}" srcOrd="8" destOrd="0" presId="urn:microsoft.com/office/officeart/2005/8/layout/cycle5"/>
    <dgm:cxn modelId="{60ACFB32-4DEB-4F05-8888-070776790AF2}" type="presParOf" srcId="{406005BE-46C2-4742-8C90-2E23FF597A8D}" destId="{72337B32-2C34-41F4-9224-4970ABBD35C4}" srcOrd="9" destOrd="0" presId="urn:microsoft.com/office/officeart/2005/8/layout/cycle5"/>
    <dgm:cxn modelId="{85A01BED-A660-42BA-80BC-9D1D9652C3F6}" type="presParOf" srcId="{406005BE-46C2-4742-8C90-2E23FF597A8D}" destId="{0CCA5BB4-432A-4D47-9B9E-A8852CA84D2B}" srcOrd="10" destOrd="0" presId="urn:microsoft.com/office/officeart/2005/8/layout/cycle5"/>
    <dgm:cxn modelId="{1CF66DE4-DBF0-4B3D-B9A9-714A4859DE96}" type="presParOf" srcId="{406005BE-46C2-4742-8C90-2E23FF597A8D}" destId="{701624B3-B442-408D-BE5F-F11ACB996935}" srcOrd="11" destOrd="0" presId="urn:microsoft.com/office/officeart/2005/8/layout/cycle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5FB77-2C4C-437A-BE81-53788958A93A}">
      <dsp:nvSpPr>
        <dsp:cNvPr id="0" name=""/>
        <dsp:cNvSpPr/>
      </dsp:nvSpPr>
      <dsp:spPr>
        <a:xfrm>
          <a:off x="0" y="117700"/>
          <a:ext cx="1567711" cy="940626"/>
        </a:xfrm>
        <a:prstGeom prst="roundRect">
          <a:avLst/>
        </a:prstGeom>
        <a:solidFill>
          <a:srgbClr val="D0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Montserrat" panose="00000500000000000000" pitchFamily="2" charset="0"/>
            </a:rPr>
            <a:t>SECURITY</a:t>
          </a:r>
        </a:p>
      </dsp:txBody>
      <dsp:txXfrm>
        <a:off x="45918" y="163618"/>
        <a:ext cx="1475875" cy="848790"/>
      </dsp:txXfrm>
    </dsp:sp>
    <dsp:sp modelId="{712CA287-5E6F-435D-B1F0-5F1486A19ED4}">
      <dsp:nvSpPr>
        <dsp:cNvPr id="0" name=""/>
        <dsp:cNvSpPr/>
      </dsp:nvSpPr>
      <dsp:spPr>
        <a:xfrm>
          <a:off x="948491" y="1139738"/>
          <a:ext cx="1567711" cy="940626"/>
        </a:xfrm>
        <a:prstGeom prst="roundRect">
          <a:avLst/>
        </a:prstGeom>
        <a:solidFill>
          <a:srgbClr val="FFC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Montserrat" panose="00000500000000000000" pitchFamily="2" charset="0"/>
            </a:rPr>
            <a:t>HUMANITARIAN</a:t>
          </a:r>
        </a:p>
      </dsp:txBody>
      <dsp:txXfrm>
        <a:off x="994409" y="1185656"/>
        <a:ext cx="1475875" cy="848790"/>
      </dsp:txXfrm>
    </dsp:sp>
    <dsp:sp modelId="{E30BD858-E188-4311-8F5A-4F612DD494BA}">
      <dsp:nvSpPr>
        <dsp:cNvPr id="0" name=""/>
        <dsp:cNvSpPr/>
      </dsp:nvSpPr>
      <dsp:spPr>
        <a:xfrm>
          <a:off x="1725286" y="2167286"/>
          <a:ext cx="1567711" cy="940626"/>
        </a:xfrm>
        <a:prstGeom prst="roundRect">
          <a:avLst/>
        </a:prstGeom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Montserrat" panose="00000500000000000000" pitchFamily="2" charset="0"/>
            </a:rPr>
            <a:t>ECONOMIC</a:t>
          </a:r>
        </a:p>
      </dsp:txBody>
      <dsp:txXfrm>
        <a:off x="1771204" y="2213204"/>
        <a:ext cx="1475875" cy="8487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A303F-60AE-4D73-B372-CFDC68BBD9FD}">
      <dsp:nvSpPr>
        <dsp:cNvPr id="0" name=""/>
        <dsp:cNvSpPr/>
      </dsp:nvSpPr>
      <dsp:spPr>
        <a:xfrm>
          <a:off x="0" y="1223813"/>
          <a:ext cx="11429998" cy="1631751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C22C86-C321-4C14-8B20-B9387C06F8D4}">
      <dsp:nvSpPr>
        <dsp:cNvPr id="0" name=""/>
        <dsp:cNvSpPr/>
      </dsp:nvSpPr>
      <dsp:spPr>
        <a:xfrm>
          <a:off x="5882" y="0"/>
          <a:ext cx="1918715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Team Formation:</a:t>
          </a:r>
          <a:endParaRPr lang="en-IN" sz="1800" b="1" kern="1200" dirty="0">
            <a:latin typeface="Montserrat" panose="00000500000000000000" pitchFamily="2" charset="0"/>
          </a:endParaRP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ontserrat" panose="00000500000000000000" pitchFamily="2" charset="0"/>
            </a:rPr>
            <a:t>Interested candidates form teams of 2 delegates.</a:t>
          </a:r>
          <a:endParaRPr lang="en-IN" sz="1400" kern="1200" dirty="0">
            <a:latin typeface="Montserrat" panose="00000500000000000000" pitchFamily="2" charset="0"/>
          </a:endParaRPr>
        </a:p>
      </dsp:txBody>
      <dsp:txXfrm>
        <a:off x="5882" y="0"/>
        <a:ext cx="1918715" cy="1631751"/>
      </dsp:txXfrm>
    </dsp:sp>
    <dsp:sp modelId="{FF138C3F-CD4F-449A-9F2B-300483DA7BEC}">
      <dsp:nvSpPr>
        <dsp:cNvPr id="0" name=""/>
        <dsp:cNvSpPr/>
      </dsp:nvSpPr>
      <dsp:spPr>
        <a:xfrm>
          <a:off x="761271" y="1835720"/>
          <a:ext cx="407937" cy="4079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538E7F8-9B17-411E-9437-9C9EC7FC05C1}">
      <dsp:nvSpPr>
        <dsp:cNvPr id="0" name=""/>
        <dsp:cNvSpPr/>
      </dsp:nvSpPr>
      <dsp:spPr>
        <a:xfrm>
          <a:off x="1967356" y="2447627"/>
          <a:ext cx="2329233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Policy Response: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ontserrat" panose="00000500000000000000" pitchFamily="2" charset="0"/>
            </a:rPr>
            <a:t>Submission of a written response (800 words) to a specific prompt (e.g., Strategic Ambiguity vs. Definitive Stance).</a:t>
          </a:r>
        </a:p>
      </dsp:txBody>
      <dsp:txXfrm>
        <a:off x="1967356" y="2447627"/>
        <a:ext cx="2329233" cy="1631751"/>
      </dsp:txXfrm>
    </dsp:sp>
    <dsp:sp modelId="{DE399E3F-7C33-4AD6-8297-88980F2C628E}">
      <dsp:nvSpPr>
        <dsp:cNvPr id="0" name=""/>
        <dsp:cNvSpPr/>
      </dsp:nvSpPr>
      <dsp:spPr>
        <a:xfrm>
          <a:off x="2928004" y="1835720"/>
          <a:ext cx="407937" cy="4079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C0450A1-A93A-4293-BE54-5376C62B2CA3}">
      <dsp:nvSpPr>
        <dsp:cNvPr id="0" name=""/>
        <dsp:cNvSpPr/>
      </dsp:nvSpPr>
      <dsp:spPr>
        <a:xfrm>
          <a:off x="4339348" y="0"/>
          <a:ext cx="2180479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Faculty Screening: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ontserrat" panose="00000500000000000000" pitchFamily="2" charset="0"/>
            </a:rPr>
            <a:t>The Board reviews submissions for academic depth, research, and policy alignment.</a:t>
          </a:r>
        </a:p>
      </dsp:txBody>
      <dsp:txXfrm>
        <a:off x="4339348" y="0"/>
        <a:ext cx="2180479" cy="1631751"/>
      </dsp:txXfrm>
    </dsp:sp>
    <dsp:sp modelId="{2C8EBD16-4ED9-4B70-A510-A2B1ED200207}">
      <dsp:nvSpPr>
        <dsp:cNvPr id="0" name=""/>
        <dsp:cNvSpPr/>
      </dsp:nvSpPr>
      <dsp:spPr>
        <a:xfrm>
          <a:off x="5225619" y="1835720"/>
          <a:ext cx="407937" cy="4079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97443EC-3525-4A6B-98DD-0C0C9803C102}">
      <dsp:nvSpPr>
        <dsp:cNvPr id="0" name=""/>
        <dsp:cNvSpPr/>
      </dsp:nvSpPr>
      <dsp:spPr>
        <a:xfrm>
          <a:off x="6562585" y="2447627"/>
          <a:ext cx="1960096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Selective Approval: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ontserrat" panose="00000500000000000000" pitchFamily="2" charset="0"/>
            </a:rPr>
            <a:t>Only approved teams receive a confirmation and payment link</a:t>
          </a:r>
        </a:p>
      </dsp:txBody>
      <dsp:txXfrm>
        <a:off x="6562585" y="2447627"/>
        <a:ext cx="1960096" cy="1631751"/>
      </dsp:txXfrm>
    </dsp:sp>
    <dsp:sp modelId="{F9A3DFEA-4A26-4F9C-8AE1-8C78762B5853}">
      <dsp:nvSpPr>
        <dsp:cNvPr id="0" name=""/>
        <dsp:cNvSpPr/>
      </dsp:nvSpPr>
      <dsp:spPr>
        <a:xfrm>
          <a:off x="7338665" y="1835720"/>
          <a:ext cx="407937" cy="4079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37B0069-F73D-4034-9911-7B3B4443977B}">
      <dsp:nvSpPr>
        <dsp:cNvPr id="0" name=""/>
        <dsp:cNvSpPr/>
      </dsp:nvSpPr>
      <dsp:spPr>
        <a:xfrm>
          <a:off x="8565440" y="0"/>
          <a:ext cx="1715675" cy="1631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ontserrat" panose="00000500000000000000" pitchFamily="2" charset="0"/>
            </a:rPr>
            <a:t>Participant Status: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Montserrat" panose="00000500000000000000" pitchFamily="2" charset="0"/>
            </a:rPr>
            <a:t>Official induction into the simulation and portfolio assignment.</a:t>
          </a:r>
        </a:p>
      </dsp:txBody>
      <dsp:txXfrm>
        <a:off x="8565440" y="0"/>
        <a:ext cx="1715675" cy="1631751"/>
      </dsp:txXfrm>
    </dsp:sp>
    <dsp:sp modelId="{66097B3D-6825-4FCF-B6AB-6791CF887B67}">
      <dsp:nvSpPr>
        <dsp:cNvPr id="0" name=""/>
        <dsp:cNvSpPr/>
      </dsp:nvSpPr>
      <dsp:spPr>
        <a:xfrm>
          <a:off x="9219309" y="1835720"/>
          <a:ext cx="407937" cy="4079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2DC4B-75C0-41E7-B33C-844922EBE5F8}">
      <dsp:nvSpPr>
        <dsp:cNvPr id="0" name=""/>
        <dsp:cNvSpPr/>
      </dsp:nvSpPr>
      <dsp:spPr>
        <a:xfrm>
          <a:off x="2662259" y="0"/>
          <a:ext cx="2352618" cy="1165212"/>
        </a:xfrm>
        <a:prstGeom prst="roundRect">
          <a:avLst/>
        </a:prstGeom>
        <a:solidFill>
          <a:srgbClr val="F8F8F8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solidFill>
                <a:srgbClr val="244B85"/>
              </a:solidFill>
              <a:latin typeface="Century Gothic" panose="020B0502020202020204" pitchFamily="34" charset="0"/>
            </a:rPr>
            <a:t>The Briefing:</a:t>
          </a:r>
          <a:endParaRPr lang="en-IN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244B85"/>
              </a:solidFill>
            </a:rPr>
            <a:t>Board injects new real-time variables (e.g., a sudden trade blockade).</a:t>
          </a:r>
          <a:endParaRPr lang="en-IN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</dsp:txBody>
      <dsp:txXfrm>
        <a:off x="2719140" y="56881"/>
        <a:ext cx="2238856" cy="1051450"/>
      </dsp:txXfrm>
    </dsp:sp>
    <dsp:sp modelId="{360A6C3E-DC20-4F81-AE54-7BF998CCE067}">
      <dsp:nvSpPr>
        <dsp:cNvPr id="0" name=""/>
        <dsp:cNvSpPr/>
      </dsp:nvSpPr>
      <dsp:spPr>
        <a:xfrm>
          <a:off x="2261863" y="842128"/>
          <a:ext cx="3851623" cy="3851623"/>
        </a:xfrm>
        <a:custGeom>
          <a:avLst/>
          <a:gdLst/>
          <a:ahLst/>
          <a:cxnLst/>
          <a:rect l="0" t="0" r="0" b="0"/>
          <a:pathLst>
            <a:path>
              <a:moveTo>
                <a:pt x="2964425" y="304074"/>
              </a:moveTo>
              <a:arcTo wR="1925811" hR="1925811" stAng="18158210" swAng="13329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6FF294-24E7-4298-B58B-9F24C9DA66FC}">
      <dsp:nvSpPr>
        <dsp:cNvPr id="0" name=""/>
        <dsp:cNvSpPr/>
      </dsp:nvSpPr>
      <dsp:spPr>
        <a:xfrm>
          <a:off x="4552097" y="1865367"/>
          <a:ext cx="2864702" cy="1165212"/>
        </a:xfrm>
        <a:prstGeom prst="roundRect">
          <a:avLst/>
        </a:prstGeom>
        <a:solidFill>
          <a:srgbClr val="F8F8F8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solidFill>
                <a:srgbClr val="244B85"/>
              </a:solidFill>
              <a:latin typeface="Century Gothic" panose="020B0502020202020204" pitchFamily="34" charset="0"/>
            </a:rPr>
            <a:t>Strategy:</a:t>
          </a:r>
          <a:endParaRPr lang="en-US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kern="1200" dirty="0">
              <a:solidFill>
                <a:srgbClr val="244B85"/>
              </a:solidFill>
            </a:rPr>
            <a:t>Delegations deploy deterrents (Sanctions, Treaties) under a </a:t>
          </a:r>
          <a:r>
            <a:rPr lang="en-IN" sz="1200" b="1" kern="1200" dirty="0">
              <a:solidFill>
                <a:srgbClr val="244B85"/>
              </a:solidFill>
            </a:rPr>
            <a:t>Non-Escalation Rule</a:t>
          </a:r>
          <a:r>
            <a:rPr lang="en-IN" sz="1200" kern="1200" dirty="0">
              <a:solidFill>
                <a:srgbClr val="244B85"/>
              </a:solidFill>
            </a:rPr>
            <a:t>.</a:t>
          </a:r>
          <a:endParaRPr lang="en-US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</dsp:txBody>
      <dsp:txXfrm>
        <a:off x="4608978" y="1922248"/>
        <a:ext cx="2750940" cy="1051450"/>
      </dsp:txXfrm>
    </dsp:sp>
    <dsp:sp modelId="{02712A31-2E9F-4EA0-B360-1901E903A982}">
      <dsp:nvSpPr>
        <dsp:cNvPr id="0" name=""/>
        <dsp:cNvSpPr/>
      </dsp:nvSpPr>
      <dsp:spPr>
        <a:xfrm>
          <a:off x="2226704" y="347307"/>
          <a:ext cx="3851623" cy="3851623"/>
        </a:xfrm>
        <a:custGeom>
          <a:avLst/>
          <a:gdLst/>
          <a:ahLst/>
          <a:cxnLst/>
          <a:rect l="0" t="0" r="0" b="0"/>
          <a:pathLst>
            <a:path>
              <a:moveTo>
                <a:pt x="3573557" y="2922649"/>
              </a:moveTo>
              <a:arcTo wR="1925811" hR="1925811" stAng="1870362" swAng="149391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C4E053-7449-4441-9690-300EB5DB0378}">
      <dsp:nvSpPr>
        <dsp:cNvPr id="0" name=""/>
        <dsp:cNvSpPr/>
      </dsp:nvSpPr>
      <dsp:spPr>
        <a:xfrm>
          <a:off x="2565864" y="3853623"/>
          <a:ext cx="2428374" cy="1165212"/>
        </a:xfrm>
        <a:prstGeom prst="roundRect">
          <a:avLst/>
        </a:prstGeom>
        <a:solidFill>
          <a:srgbClr val="F8F8F8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b="1" kern="1200" dirty="0">
              <a:solidFill>
                <a:srgbClr val="244B85"/>
              </a:solidFill>
              <a:latin typeface="Century Gothic" panose="020B0502020202020204" pitchFamily="34" charset="0"/>
            </a:rPr>
            <a:t>Intervention:</a:t>
          </a:r>
          <a:endParaRPr lang="en-IN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244B85"/>
              </a:solidFill>
            </a:rPr>
            <a:t>International Organizations (UN/ASEAN) broker regional stability.</a:t>
          </a:r>
          <a:endParaRPr lang="en-IN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</dsp:txBody>
      <dsp:txXfrm>
        <a:off x="2622745" y="3910504"/>
        <a:ext cx="2314612" cy="1051450"/>
      </dsp:txXfrm>
    </dsp:sp>
    <dsp:sp modelId="{70F8CB21-4745-466C-BFD0-DC08F72D455B}">
      <dsp:nvSpPr>
        <dsp:cNvPr id="0" name=""/>
        <dsp:cNvSpPr/>
      </dsp:nvSpPr>
      <dsp:spPr>
        <a:xfrm>
          <a:off x="1481775" y="347307"/>
          <a:ext cx="3851623" cy="3851623"/>
        </a:xfrm>
        <a:custGeom>
          <a:avLst/>
          <a:gdLst/>
          <a:ahLst/>
          <a:cxnLst/>
          <a:rect l="0" t="0" r="0" b="0"/>
          <a:pathLst>
            <a:path>
              <a:moveTo>
                <a:pt x="850897" y="3523719"/>
              </a:moveTo>
              <a:arcTo wR="1925811" hR="1925811" stAng="7435726" swAng="149390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37B32-2C34-41F4-9224-4970ABBD35C4}">
      <dsp:nvSpPr>
        <dsp:cNvPr id="0" name=""/>
        <dsp:cNvSpPr/>
      </dsp:nvSpPr>
      <dsp:spPr>
        <a:xfrm>
          <a:off x="0" y="1865369"/>
          <a:ext cx="3151308" cy="1165212"/>
        </a:xfrm>
        <a:prstGeom prst="roundRect">
          <a:avLst/>
        </a:prstGeom>
        <a:solidFill>
          <a:srgbClr val="F8F8F8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>
              <a:solidFill>
                <a:srgbClr val="244B85"/>
              </a:solidFill>
              <a:latin typeface="Century Gothic" panose="020B0502020202020204" pitchFamily="34" charset="0"/>
            </a:rPr>
            <a:t>Consequence:</a:t>
          </a:r>
          <a:endParaRPr lang="en-US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244B85"/>
              </a:solidFill>
            </a:rPr>
            <a:t>Chair assess the impact of moves, updating the world for the next round.</a:t>
          </a:r>
          <a:endParaRPr lang="en-US" sz="1200" kern="1200" dirty="0">
            <a:solidFill>
              <a:srgbClr val="244B85"/>
            </a:solidFill>
            <a:latin typeface="Century Gothic" panose="020B0502020202020204" pitchFamily="34" charset="0"/>
          </a:endParaRPr>
        </a:p>
      </dsp:txBody>
      <dsp:txXfrm>
        <a:off x="56881" y="1922250"/>
        <a:ext cx="3037546" cy="1051450"/>
      </dsp:txXfrm>
    </dsp:sp>
    <dsp:sp modelId="{701624B3-B442-408D-BE5F-F11ACB996935}">
      <dsp:nvSpPr>
        <dsp:cNvPr id="0" name=""/>
        <dsp:cNvSpPr/>
      </dsp:nvSpPr>
      <dsp:spPr>
        <a:xfrm>
          <a:off x="1471945" y="792678"/>
          <a:ext cx="3851623" cy="3851623"/>
        </a:xfrm>
        <a:custGeom>
          <a:avLst/>
          <a:gdLst/>
          <a:ahLst/>
          <a:cxnLst/>
          <a:rect l="0" t="0" r="0" b="0"/>
          <a:pathLst>
            <a:path>
              <a:moveTo>
                <a:pt x="336199" y="838667"/>
              </a:moveTo>
              <a:arcTo wR="1925811" hR="1925811" stAng="12862106" swAng="150634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8985-03D8-7AC9-1075-8256D0050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4138A-475A-D821-DC51-2555B8CD2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1A109-6856-BD6A-232A-982FDC83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8369-8C9B-CC2F-7933-61289E07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0F698-3219-B696-FFE2-AFC956B6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3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E209-2B10-1A9F-C541-BA4ABC2C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229E-FE16-E5F0-D28B-B480FACC2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069C-BA18-3DE6-D39E-9E48E112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2099B-1984-7C5F-8409-705F80EC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B2AF6-4A56-097D-F708-608D71EC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46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D13-265D-7D69-430F-A1BE177AB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D60A-E1A3-86D9-DA24-35B89B960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629E2-7CA2-7F4C-4F7D-6129EDEA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380A7-BB9C-83B4-4069-A7E4288B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BDED9-B6B8-EFE6-14F6-2AB6235E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12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830D-CD74-276B-A449-A712B77A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CAAE-B547-C0A0-B2D4-91D5507A0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25EC-429D-6D9E-2F32-718D3E0FD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9F2DE-F7A5-C2D0-7E96-B145B02F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D3105-C728-1B44-BD02-D4395616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97406-4941-ED65-65B8-21269E41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76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E43F-339B-DBB3-72B3-37CE5DB6E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EE4E6-5D6C-C683-558F-B6F3AE238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2DFC9-BF62-D8AF-13F1-15DDE35F0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0B828-A57E-5FAD-558B-D802C8952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2C52E-0DB8-7438-B2DD-FF5B08E18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60168-0290-1F43-E810-28AD3733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C53F9-8FE4-195B-7671-39A689B8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B1A43-7294-E46E-0B9B-DBF0568B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23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DC51-E199-1BA9-718C-2A46303D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3D79A-599C-C2B9-1F38-3AEDD879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7A651-A074-E152-7B57-9D8503BC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AE4F7-9B71-3849-367B-2B0D8169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2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87E9A-CB67-8E78-F495-227D3B41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BB6EAB-0B56-848A-3F0D-B9B011F1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51785-75C2-2DC0-95D8-C421024F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6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852B-F602-47B8-ABB7-A46141A9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89F0F-18A1-9E93-BED6-25A211EFA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65CA5-7721-8038-D42B-ABFE77310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19C24-69C3-93BB-5488-8613E99AF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1B0F5-B283-9ACD-FB61-31E72783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FDB31-E4B8-5461-6931-02A22D89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99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F750-84D8-12F4-4E7C-52E9E22A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DE21A-5532-D641-919B-8FF24813C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FA5C1-B69E-55A7-08FB-B3BAB53D6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D52BF-B33F-7A5E-11F4-FFF79E1F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16130-4B4F-014F-D526-882A7B89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B5DE9-EB4E-E094-27A6-8665C898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C19B-D63B-717C-ABB9-AC59AE8B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FBD27-E41F-76DA-2213-ACE3B3228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C9A6-3F80-DF6F-BDDB-ECC2460F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5EC12-4E38-1ED9-09DC-C6E036B5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41A20-3196-A838-A145-CF83E6BE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11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BA04D-D946-DA62-B801-6E578E409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8F26A-8CDE-8D2B-24E7-CA57F12CF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46575-A18B-BF37-0C69-3D697719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D5600-2C2A-CF26-35B3-BAE07509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D084B-FB4C-B533-7D0C-226EC064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67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B2230-EE2C-62AA-F4BC-CB0EB006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CEFB8-6718-1DD1-234C-71978ABE7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1CDF-E21C-F178-21EC-A034FF048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5086A-B064-44CF-921F-33D9B71C8C5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F4100-4124-F10F-9274-EAFC08411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442D9-1AB8-C7E1-2013-2425ED89F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3F3EF-B898-42DF-9BDB-9FCD35C2D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91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1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6688-86B6-1231-B1C8-1EBA90F2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F6F1F8-4500-051A-2DFD-4340EB62A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1D6CE1-9228-3265-0652-DF8B17062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3431380" y="1122363"/>
            <a:ext cx="5329237" cy="4613274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8B6C1550-31FF-7B13-1FA1-1BAC79A959D6}"/>
              </a:ext>
            </a:extLst>
          </p:cNvPr>
          <p:cNvSpPr txBox="1">
            <a:spLocks/>
          </p:cNvSpPr>
          <p:nvPr/>
        </p:nvSpPr>
        <p:spPr>
          <a:xfrm>
            <a:off x="2775360" y="616417"/>
            <a:ext cx="6641276" cy="1011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9B905-9879-2111-788A-5A6A5166D4C6}"/>
              </a:ext>
            </a:extLst>
          </p:cNvPr>
          <p:cNvSpPr txBox="1"/>
          <p:nvPr/>
        </p:nvSpPr>
        <p:spPr>
          <a:xfrm>
            <a:off x="3534328" y="5742820"/>
            <a:ext cx="51233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</p:spTree>
    <p:extLst>
      <p:ext uri="{BB962C8B-B14F-4D97-AF65-F5344CB8AC3E}">
        <p14:creationId xmlns:p14="http://schemas.microsoft.com/office/powerpoint/2010/main" val="2050357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EAE7-23C5-763F-2E54-A644B6D8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65EE2-C59D-3DB7-2B08-D73799BA7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449A6B-9A5B-EEE7-9866-74DFE32DE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6CF28089-A929-DD8D-E855-E97E4786A4F9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DD1E4-6006-85BA-78E5-1F226F61F0E0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B4FB8-01C3-A135-D284-3E7B8D69FE06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B2A44-0FC4-B7D9-B6A7-F36F64B5B61A}"/>
              </a:ext>
            </a:extLst>
          </p:cNvPr>
          <p:cNvSpPr txBox="1"/>
          <p:nvPr/>
        </p:nvSpPr>
        <p:spPr>
          <a:xfrm>
            <a:off x="2605238" y="2010937"/>
            <a:ext cx="698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Montserrat" panose="00000500000000000000" pitchFamily="2" charset="0"/>
              </a:rPr>
              <a:t>AGENDAS TO BE COVERED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D54BC-E9B5-C1A0-1C70-24688ED1A195}"/>
              </a:ext>
            </a:extLst>
          </p:cNvPr>
          <p:cNvSpPr txBox="1"/>
          <p:nvPr/>
        </p:nvSpPr>
        <p:spPr>
          <a:xfrm>
            <a:off x="835305" y="2893399"/>
            <a:ext cx="10521387" cy="279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Montserrat" panose="00000500000000000000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 1</a:t>
            </a:r>
            <a:r>
              <a:rPr lang="en-IN" sz="2400" dirty="0">
                <a:solidFill>
                  <a:srgbClr val="002060"/>
                </a:solidFill>
                <a:latin typeface="Montserrat" panose="00000500000000000000" pitchFamily="2" charset="0"/>
              </a:rPr>
              <a:t>:</a:t>
            </a:r>
            <a:r>
              <a:rPr lang="en-IN" sz="2400" dirty="0">
                <a:latin typeface="Montserrat" panose="00000500000000000000" pitchFamily="2" charset="0"/>
              </a:rPr>
              <a:t> Discussion on an Inter-College Academic Policy Simulation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Montserrat" panose="00000500000000000000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 2</a:t>
            </a:r>
            <a:r>
              <a:rPr lang="en-IN" sz="2400" dirty="0">
                <a:solidFill>
                  <a:srgbClr val="002060"/>
                </a:solidFill>
                <a:latin typeface="Montserrat" panose="00000500000000000000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IN" sz="24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IN" sz="2400" dirty="0">
                <a:latin typeface="Montserrat" panose="00000500000000000000" pitchFamily="2" charset="0"/>
              </a:rPr>
              <a:t>Discussion on the adoption of an online operations/ Automation platform for the club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Montserrat" panose="00000500000000000000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 3</a:t>
            </a:r>
            <a:r>
              <a:rPr lang="en-IN" sz="2400" dirty="0">
                <a:solidFill>
                  <a:srgbClr val="002060"/>
                </a:solidFill>
                <a:latin typeface="Montserrat" panose="00000500000000000000" pitchFamily="2" charset="0"/>
              </a:rPr>
              <a:t>: </a:t>
            </a:r>
            <a:r>
              <a:rPr lang="en-IN" sz="2400" dirty="0">
                <a:latin typeface="Montserrat" panose="00000500000000000000" pitchFamily="2" charset="0"/>
              </a:rPr>
              <a:t>Any Other Business (AOB)</a:t>
            </a:r>
          </a:p>
        </p:txBody>
      </p:sp>
    </p:spTree>
    <p:extLst>
      <p:ext uri="{BB962C8B-B14F-4D97-AF65-F5344CB8AC3E}">
        <p14:creationId xmlns:p14="http://schemas.microsoft.com/office/powerpoint/2010/main" val="3971903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32BA-ECD1-DDEF-4B81-999F4130F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2CE25-2820-9CCA-CF50-FB1414979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AB0A0-0E4D-08DA-ED42-26FA506C0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05A221E1-8112-D906-9762-36EB2805AE07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E1558-464F-1E24-C27F-F46D13F6F007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D240F-63A2-98D6-B316-5D176BF722E8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C7661-5C55-EBF5-6F1E-0543ED8485D0}"/>
              </a:ext>
            </a:extLst>
          </p:cNvPr>
          <p:cNvSpPr txBox="1"/>
          <p:nvPr/>
        </p:nvSpPr>
        <p:spPr>
          <a:xfrm>
            <a:off x="417653" y="3137061"/>
            <a:ext cx="11356692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Montserrat" panose="00000500000000000000" pitchFamily="2" charset="0"/>
              </a:rPr>
              <a:t>AGENDA 1: Inter-College Academic Policy Simulation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674C51A-1726-6CB8-7129-931363484734}"/>
              </a:ext>
            </a:extLst>
          </p:cNvPr>
          <p:cNvSpPr/>
          <p:nvPr/>
        </p:nvSpPr>
        <p:spPr>
          <a:xfrm>
            <a:off x="-867759" y="977827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F73084-12D7-97C1-7AE1-77B0D159A161}"/>
              </a:ext>
            </a:extLst>
          </p:cNvPr>
          <p:cNvSpPr txBox="1"/>
          <p:nvPr/>
        </p:nvSpPr>
        <p:spPr>
          <a:xfrm>
            <a:off x="-22806" y="1453447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1.0 / 1.8</a:t>
            </a:r>
          </a:p>
        </p:txBody>
      </p:sp>
    </p:spTree>
    <p:extLst>
      <p:ext uri="{BB962C8B-B14F-4D97-AF65-F5344CB8AC3E}">
        <p14:creationId xmlns:p14="http://schemas.microsoft.com/office/powerpoint/2010/main" val="1554659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95BC0-2166-193C-B34B-E29D06B71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D1A5A7-8CB9-A5DA-292D-DD639FBF3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FE124F-A123-EF51-62DA-FF716AFAC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5E6B4620-1837-BFA1-CC40-F68D47BA0C34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4BE02D-6955-F331-43BD-FAA2180FF7E7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52E93-F71F-BAB4-22B8-4226B254EE19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72E17F8F-A4F8-A79C-BFC0-35F26FCBDE16}"/>
              </a:ext>
            </a:extLst>
          </p:cNvPr>
          <p:cNvSpPr txBox="1">
            <a:spLocks/>
          </p:cNvSpPr>
          <p:nvPr/>
        </p:nvSpPr>
        <p:spPr>
          <a:xfrm>
            <a:off x="833376" y="1701478"/>
            <a:ext cx="7072133" cy="2326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WHAT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is Academic Policy Simulation?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4E219-1213-DA51-54C1-5C99840EB369}"/>
              </a:ext>
            </a:extLst>
          </p:cNvPr>
          <p:cNvSpPr txBox="1"/>
          <p:nvPr/>
        </p:nvSpPr>
        <p:spPr>
          <a:xfrm>
            <a:off x="1713054" y="4352081"/>
            <a:ext cx="6562846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effectLst/>
                <a:latin typeface="Century Gothic" panose="020B0502020202020204" pitchFamily="34" charset="0"/>
              </a:rPr>
              <a:t>A modular, faculty-supervised Inter-Collegiate Academic Policy Simulation analyzing a single high-stakes crisis through three OR one of three specialized committees </a:t>
            </a:r>
            <a:r>
              <a:rPr lang="en-US" b="1" dirty="0">
                <a:effectLst/>
                <a:latin typeface="Century Gothic" panose="020B0502020202020204" pitchFamily="34" charset="0"/>
              </a:rPr>
              <a:t>(Security, Humanitarian, and Economic).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4337405-021D-07A3-0EDE-937F0CABB9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335463"/>
              </p:ext>
            </p:extLst>
          </p:nvPr>
        </p:nvGraphicFramePr>
        <p:xfrm>
          <a:off x="8316410" y="2707289"/>
          <a:ext cx="3292998" cy="3107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3C3478-899A-E1BA-B150-6D1638569AE8}"/>
              </a:ext>
            </a:extLst>
          </p:cNvPr>
          <p:cNvSpPr txBox="1"/>
          <p:nvPr/>
        </p:nvSpPr>
        <p:spPr>
          <a:xfrm>
            <a:off x="417653" y="-2202591"/>
            <a:ext cx="11356692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Montserrat" panose="00000500000000000000" pitchFamily="2" charset="0"/>
              </a:rPr>
              <a:t>AGENDA 1: Inter-College Academic Policy Simulation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164BBDE1-CA54-4473-6F32-FC9A9AD48D70}"/>
              </a:ext>
            </a:extLst>
          </p:cNvPr>
          <p:cNvSpPr/>
          <p:nvPr/>
        </p:nvSpPr>
        <p:spPr>
          <a:xfrm>
            <a:off x="-867759" y="1649158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DB51E-F2CE-665A-E42F-08277BB98C80}"/>
              </a:ext>
            </a:extLst>
          </p:cNvPr>
          <p:cNvSpPr txBox="1"/>
          <p:nvPr/>
        </p:nvSpPr>
        <p:spPr>
          <a:xfrm>
            <a:off x="-22806" y="2124778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1.1 / 1.8</a:t>
            </a:r>
          </a:p>
        </p:txBody>
      </p:sp>
    </p:spTree>
    <p:extLst>
      <p:ext uri="{BB962C8B-B14F-4D97-AF65-F5344CB8AC3E}">
        <p14:creationId xmlns:p14="http://schemas.microsoft.com/office/powerpoint/2010/main" val="3553036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2695F-8ED1-A007-6650-9FE7C3E3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6CF5EA-DB90-A602-9D31-4280D6ADE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52A23-C1E0-5E4E-9F32-5A8D2E704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EECF9B70-A1A3-6632-B51E-98A4FD241875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67B9C-E243-4FF5-D4AB-C6EF906FA9DB}"/>
              </a:ext>
            </a:extLst>
          </p:cNvPr>
          <p:cNvSpPr txBox="1"/>
          <p:nvPr/>
        </p:nvSpPr>
        <p:spPr>
          <a:xfrm>
            <a:off x="-1" y="469996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49FC1-8964-9B1E-07A1-56C9E713067F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6E2FAAC9-9A37-A18F-6ABC-737E326E7CA4}"/>
              </a:ext>
            </a:extLst>
          </p:cNvPr>
          <p:cNvSpPr txBox="1">
            <a:spLocks/>
          </p:cNvSpPr>
          <p:nvPr/>
        </p:nvSpPr>
        <p:spPr>
          <a:xfrm>
            <a:off x="1049288" y="591839"/>
            <a:ext cx="6438032" cy="2326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WHY 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Not a typical MUN?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E913585-845A-5805-8F6A-50416026D4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062241"/>
              </p:ext>
            </p:extLst>
          </p:nvPr>
        </p:nvGraphicFramePr>
        <p:xfrm>
          <a:off x="7349925" y="1707266"/>
          <a:ext cx="4499576" cy="443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11B7A69-27BE-A595-C18A-98AA03562FE7}"/>
              </a:ext>
            </a:extLst>
          </p:cNvPr>
          <p:cNvSpPr txBox="1"/>
          <p:nvPr/>
        </p:nvSpPr>
        <p:spPr>
          <a:xfrm>
            <a:off x="1049288" y="2979520"/>
            <a:ext cx="6080718" cy="3158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Non-Debate Centric: </a:t>
            </a:r>
            <a:r>
              <a:rPr lang="en-US" sz="1600" dirty="0">
                <a:latin typeface="Century Gothic" panose="020B0502020202020204" pitchFamily="34" charset="0"/>
              </a:rPr>
              <a:t>Replaces floor-based procedures with strategic negotiation and diplomatic backchannels.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No Theatrics: </a:t>
            </a:r>
            <a:r>
              <a:rPr lang="en-US" sz="1600" dirty="0">
                <a:latin typeface="Century Gothic" panose="020B0502020202020204" pitchFamily="34" charset="0"/>
              </a:rPr>
              <a:t>Evaluates objective-driven success and realism rather than public speaking flair.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Institutional Control: </a:t>
            </a:r>
            <a:r>
              <a:rPr lang="en-US" sz="1600" dirty="0">
                <a:latin typeface="Century Gothic" panose="020B0502020202020204" pitchFamily="34" charset="0"/>
              </a:rPr>
              <a:t>Operates under strict faculty oversight to ensure academic rigor.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Century Gothic" panose="020B0502020202020204" pitchFamily="34" charset="0"/>
              </a:rPr>
              <a:t>Non-Precedent Setting: </a:t>
            </a:r>
            <a:r>
              <a:rPr lang="en-US" sz="1600" dirty="0">
                <a:latin typeface="Century Gothic" panose="020B0502020202020204" pitchFamily="34" charset="0"/>
              </a:rPr>
              <a:t>A unique, single-session exercise without a recurring annual commitment.</a:t>
            </a:r>
            <a:endParaRPr lang="en-IN" sz="1600" dirty="0">
              <a:latin typeface="Century Gothic" panose="020B0502020202020204" pitchFamily="34" charset="0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972DEE6-7D9D-1007-9D7E-B2A61D7C7767}"/>
              </a:ext>
            </a:extLst>
          </p:cNvPr>
          <p:cNvSpPr/>
          <p:nvPr/>
        </p:nvSpPr>
        <p:spPr>
          <a:xfrm>
            <a:off x="-867759" y="2818200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35D1DE-93D8-5EA4-8D8A-FA7D4B1DE51A}"/>
              </a:ext>
            </a:extLst>
          </p:cNvPr>
          <p:cNvSpPr txBox="1"/>
          <p:nvPr/>
        </p:nvSpPr>
        <p:spPr>
          <a:xfrm>
            <a:off x="-22806" y="3293820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1.2 / 1.8</a:t>
            </a:r>
          </a:p>
        </p:txBody>
      </p:sp>
    </p:spTree>
    <p:extLst>
      <p:ext uri="{BB962C8B-B14F-4D97-AF65-F5344CB8AC3E}">
        <p14:creationId xmlns:p14="http://schemas.microsoft.com/office/powerpoint/2010/main" val="1182814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0E2F-2F45-DC8F-CE2E-AECD89F8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C9C5C0-1587-B34B-BB32-D0DB8C81D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9CAC7-2B94-1E1F-8C2A-7F94345AE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64DC7FF4-7233-9760-43D5-4750E8718020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B7117-0B82-C706-1772-90C9C3A6AAD3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75DD2-AD06-724F-B285-D38E7D9EC975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B166FFC9-66D1-87FF-1633-1A19C8A91F29}"/>
              </a:ext>
            </a:extLst>
          </p:cNvPr>
          <p:cNvSpPr txBox="1">
            <a:spLocks/>
          </p:cNvSpPr>
          <p:nvPr/>
        </p:nvSpPr>
        <p:spPr>
          <a:xfrm>
            <a:off x="1199759" y="1369731"/>
            <a:ext cx="3008712" cy="1204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WHO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2EB78-C00A-7D0B-B9A5-F6CE69B976ED}"/>
              </a:ext>
            </a:extLst>
          </p:cNvPr>
          <p:cNvSpPr txBox="1"/>
          <p:nvPr/>
        </p:nvSpPr>
        <p:spPr>
          <a:xfrm>
            <a:off x="1685884" y="2677271"/>
            <a:ext cx="7644307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Chairpersons/ Executive Board Members: </a:t>
            </a:r>
            <a:r>
              <a:rPr lang="en-US" dirty="0">
                <a:latin typeface="Century Gothic" panose="020B0502020202020204" pitchFamily="34" charset="0"/>
              </a:rPr>
              <a:t>To be nominated.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Faculty Advisory Board: </a:t>
            </a:r>
            <a:r>
              <a:rPr lang="en-US" dirty="0">
                <a:latin typeface="Century Gothic" panose="020B0502020202020204" pitchFamily="34" charset="0"/>
              </a:rPr>
              <a:t>Providing administrative discipline and supervision.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Secretariat: </a:t>
            </a:r>
            <a:r>
              <a:rPr lang="en-US" dirty="0">
                <a:latin typeface="Century Gothic" panose="020B0502020202020204" pitchFamily="34" charset="0"/>
              </a:rPr>
              <a:t>Limited strictly to execution and logistical support.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Participants: </a:t>
            </a:r>
            <a:r>
              <a:rPr lang="en-US" dirty="0">
                <a:latin typeface="Century Gothic" panose="020B0502020202020204" pitchFamily="34" charset="0"/>
              </a:rPr>
              <a:t>Selective, screened registrations based on high-level written policy responses.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EE9D9125-3046-BF8F-3995-61668ECC63D2}"/>
              </a:ext>
            </a:extLst>
          </p:cNvPr>
          <p:cNvSpPr/>
          <p:nvPr/>
        </p:nvSpPr>
        <p:spPr>
          <a:xfrm>
            <a:off x="-867759" y="4253458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F641CA-8D9B-DBFA-5699-D1D46D4186C1}"/>
              </a:ext>
            </a:extLst>
          </p:cNvPr>
          <p:cNvSpPr txBox="1"/>
          <p:nvPr/>
        </p:nvSpPr>
        <p:spPr>
          <a:xfrm>
            <a:off x="-22806" y="4729078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1.3 / 1.8</a:t>
            </a:r>
          </a:p>
        </p:txBody>
      </p:sp>
    </p:spTree>
    <p:extLst>
      <p:ext uri="{BB962C8B-B14F-4D97-AF65-F5344CB8AC3E}">
        <p14:creationId xmlns:p14="http://schemas.microsoft.com/office/powerpoint/2010/main" val="1715843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952E-75FF-CD8E-932C-2ECDB9EA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FD53DF-CDCE-5383-3618-5E3480343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404B32-1207-055E-0868-3662F7D8B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2B9570EF-386A-CDDF-E501-2E795229B739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34D82-6227-D67A-BE65-A5166C0BC400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B2DB8-CEF4-D8C1-A94E-4237F1A41539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20316C37-4E25-66E7-A16F-C37383C17FA2}"/>
              </a:ext>
            </a:extLst>
          </p:cNvPr>
          <p:cNvSpPr txBox="1">
            <a:spLocks/>
          </p:cNvSpPr>
          <p:nvPr/>
        </p:nvSpPr>
        <p:spPr>
          <a:xfrm>
            <a:off x="4456390" y="639273"/>
            <a:ext cx="2904076" cy="11223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F2D01CFE-5B6E-E395-83A0-488EEC5DF8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9185088"/>
              </p:ext>
            </p:extLst>
          </p:nvPr>
        </p:nvGraphicFramePr>
        <p:xfrm>
          <a:off x="380999" y="2192698"/>
          <a:ext cx="11429999" cy="4079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7B6722C-5B0E-B26A-2E4A-F7374F40EBCB}"/>
              </a:ext>
            </a:extLst>
          </p:cNvPr>
          <p:cNvSpPr/>
          <p:nvPr/>
        </p:nvSpPr>
        <p:spPr>
          <a:xfrm>
            <a:off x="-867759" y="515628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0547C-47DA-B5ED-BB4E-49258190B539}"/>
              </a:ext>
            </a:extLst>
          </p:cNvPr>
          <p:cNvSpPr txBox="1"/>
          <p:nvPr/>
        </p:nvSpPr>
        <p:spPr>
          <a:xfrm>
            <a:off x="-22806" y="5631904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1.4 / 1.8</a:t>
            </a:r>
          </a:p>
        </p:txBody>
      </p:sp>
    </p:spTree>
    <p:extLst>
      <p:ext uri="{BB962C8B-B14F-4D97-AF65-F5344CB8AC3E}">
        <p14:creationId xmlns:p14="http://schemas.microsoft.com/office/powerpoint/2010/main" val="2533782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6A303F-60AE-4D73-B372-CFDC68BBD9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A6A303F-60AE-4D73-B372-CFDC68BBD9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138C3F-CD4F-449A-9F2B-300483DA7B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graphicEl>
                                              <a:dgm id="{FF138C3F-CD4F-449A-9F2B-300483DA7B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C22C86-C321-4C14-8B20-B9387C06F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55C22C86-C321-4C14-8B20-B9387C06F8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399E3F-7C33-4AD6-8297-88980F2C62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graphicEl>
                                              <a:dgm id="{DE399E3F-7C33-4AD6-8297-88980F2C62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538E7F8-9B17-411E-9437-9C9EC7FC05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9538E7F8-9B17-411E-9437-9C9EC7FC05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C8EBD16-4ED9-4B70-A510-A2B1ED2002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2C8EBD16-4ED9-4B70-A510-A2B1ED2002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0450A1-A93A-4293-BE54-5376C62B2C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6C0450A1-A93A-4293-BE54-5376C62B2C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A3DFEA-4A26-4F9C-8AE1-8C78762B58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dgm id="{F9A3DFEA-4A26-4F9C-8AE1-8C78762B58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7443EC-3525-4A6B-98DD-0C0C9803C1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E97443EC-3525-4A6B-98DD-0C0C9803C1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097B3D-6825-4FCF-B6AB-6791CF887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graphicEl>
                                              <a:dgm id="{66097B3D-6825-4FCF-B6AB-6791CF887B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7B0069-F73D-4034-9911-7B3B444397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graphicEl>
                                              <a:dgm id="{337B0069-F73D-4034-9911-7B3B444397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3E4C-0F48-722B-F2DE-EF405E73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5348A7-EB94-8978-506B-B82DB5965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02532B-14C1-7531-1F81-AC494F57A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0701438E-31FB-72BF-2F04-C051A0DD08FD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58460-495C-161B-3062-411884E672CC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D5CA9-213F-62A4-90F7-D7DC50F0C324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0ACF53CD-3ACC-07FC-93E5-78B2AC4C1060}"/>
              </a:ext>
            </a:extLst>
          </p:cNvPr>
          <p:cNvSpPr txBox="1">
            <a:spLocks/>
          </p:cNvSpPr>
          <p:nvPr/>
        </p:nvSpPr>
        <p:spPr>
          <a:xfrm>
            <a:off x="1199759" y="247369"/>
            <a:ext cx="6438032" cy="2326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9761C-12A9-E5BD-8B70-FCBF051117AB}"/>
              </a:ext>
            </a:extLst>
          </p:cNvPr>
          <p:cNvSpPr txBox="1"/>
          <p:nvPr/>
        </p:nvSpPr>
        <p:spPr>
          <a:xfrm>
            <a:off x="1713053" y="2855049"/>
            <a:ext cx="7644307" cy="3363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The Non-Escalation Constraint: </a:t>
            </a:r>
            <a:r>
              <a:rPr lang="en-US" dirty="0">
                <a:latin typeface="Century Gothic" panose="020B0502020202020204" pitchFamily="34" charset="0"/>
              </a:rPr>
              <a:t>Explicit ban on proposing military action or armed escalation.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Strategic Levers: </a:t>
            </a:r>
            <a:r>
              <a:rPr lang="en-US" dirty="0">
                <a:latin typeface="Century Gothic" panose="020B0502020202020204" pitchFamily="34" charset="0"/>
              </a:rPr>
              <a:t>Use of committee-specific tools like sanctions, treaties, and trade agreements.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Dynamic Evolution: </a:t>
            </a:r>
            <a:r>
              <a:rPr lang="en-US" dirty="0">
                <a:latin typeface="Century Gothic" panose="020B0502020202020204" pitchFamily="34" charset="0"/>
              </a:rPr>
              <a:t>Multi-phase briefings that alter the landscape in real-time based on committee moves.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entury Gothic" panose="020B0502020202020204" pitchFamily="34" charset="0"/>
              </a:rPr>
              <a:t>Marking &amp; Accountability: </a:t>
            </a:r>
            <a:r>
              <a:rPr lang="en-US" dirty="0">
                <a:latin typeface="Century Gothic" panose="020B0502020202020204" pitchFamily="34" charset="0"/>
              </a:rPr>
              <a:t>50-point assessment scale focusing on mandates, realism, and strategic influence.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6CFEAA9-8B45-A9CC-9F4F-5922FBE2A7BF}"/>
              </a:ext>
            </a:extLst>
          </p:cNvPr>
          <p:cNvSpPr/>
          <p:nvPr/>
        </p:nvSpPr>
        <p:spPr>
          <a:xfrm>
            <a:off x="92361" y="59487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243CB-A5EF-9DF2-02F9-30B48640311E}"/>
              </a:ext>
            </a:extLst>
          </p:cNvPr>
          <p:cNvSpPr txBox="1"/>
          <p:nvPr/>
        </p:nvSpPr>
        <p:spPr>
          <a:xfrm>
            <a:off x="449030" y="611933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1.5 / 1.8</a:t>
            </a:r>
          </a:p>
        </p:txBody>
      </p:sp>
    </p:spTree>
    <p:extLst>
      <p:ext uri="{BB962C8B-B14F-4D97-AF65-F5344CB8AC3E}">
        <p14:creationId xmlns:p14="http://schemas.microsoft.com/office/powerpoint/2010/main" val="1418024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DAB8-9560-6913-6CF7-DAB8B9BC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61C0F7-F299-3082-B814-73640D284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94E5AB-9E12-D0ED-5A9A-EFA05F19C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0D5C6D87-2F0F-69D9-23BF-E5EA810C0A30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EC2FD-EB41-2B4B-CD72-6688C46402E8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D5760-DC54-8CE4-6915-AEDCDEB6D6AC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2582559B-4494-ED08-37DA-4747F0D65182}"/>
              </a:ext>
            </a:extLst>
          </p:cNvPr>
          <p:cNvSpPr txBox="1">
            <a:spLocks/>
          </p:cNvSpPr>
          <p:nvPr/>
        </p:nvSpPr>
        <p:spPr>
          <a:xfrm>
            <a:off x="1199759" y="247369"/>
            <a:ext cx="6438032" cy="2326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436130E-B812-A09A-071A-E1B4CE5AC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331290"/>
              </p:ext>
            </p:extLst>
          </p:nvPr>
        </p:nvGraphicFramePr>
        <p:xfrm>
          <a:off x="2387599" y="1584927"/>
          <a:ext cx="7416800" cy="502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B43D919-C6F9-4D2E-3282-2CB8A29D0218}"/>
              </a:ext>
            </a:extLst>
          </p:cNvPr>
          <p:cNvSpPr/>
          <p:nvPr/>
        </p:nvSpPr>
        <p:spPr>
          <a:xfrm>
            <a:off x="2165001" y="59487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5E18C-B187-98D1-1CE6-BA5BD522B2B6}"/>
              </a:ext>
            </a:extLst>
          </p:cNvPr>
          <p:cNvSpPr txBox="1"/>
          <p:nvPr/>
        </p:nvSpPr>
        <p:spPr>
          <a:xfrm>
            <a:off x="2521670" y="611933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1.6 / 1.8</a:t>
            </a:r>
          </a:p>
        </p:txBody>
      </p:sp>
    </p:spTree>
    <p:extLst>
      <p:ext uri="{BB962C8B-B14F-4D97-AF65-F5344CB8AC3E}">
        <p14:creationId xmlns:p14="http://schemas.microsoft.com/office/powerpoint/2010/main" val="2757624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6CBC-47B4-00FC-BEEB-099925CF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BEAB6F-106E-777D-2D81-919B3F9DF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4ACC61-05FD-C487-698C-2B358309A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A6E05B6D-46B0-F8E8-AC0F-E67E46A99D87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26314-E97C-BBB7-483C-630E7FE6CBFB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DFFEE-D98A-0398-E33A-DA93856D4D52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87DF79E8-BABE-9F21-A1F5-434CE73D58DC}"/>
              </a:ext>
            </a:extLst>
          </p:cNvPr>
          <p:cNvSpPr txBox="1">
            <a:spLocks/>
          </p:cNvSpPr>
          <p:nvPr/>
        </p:nvSpPr>
        <p:spPr>
          <a:xfrm>
            <a:off x="1302184" y="-185429"/>
            <a:ext cx="6438032" cy="2326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3E8C146-B152-BCC4-CB41-4E087946F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22082"/>
              </p:ext>
            </p:extLst>
          </p:nvPr>
        </p:nvGraphicFramePr>
        <p:xfrm>
          <a:off x="1441016" y="1963029"/>
          <a:ext cx="9448800" cy="39363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49600">
                  <a:extLst>
                    <a:ext uri="{9D8B030D-6E8A-4147-A177-3AD203B41FA5}">
                      <a16:colId xmlns:a16="http://schemas.microsoft.com/office/drawing/2014/main" val="1606569896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1234710321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3805758240"/>
                    </a:ext>
                  </a:extLst>
                </a:gridCol>
              </a:tblGrid>
              <a:tr h="291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Metric Card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latin typeface="Montserrat" panose="00000500000000000000" pitchFamily="2" charset="0"/>
                        </a:rPr>
                        <a:t>Value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Definition</a:t>
                      </a:r>
                    </a:p>
                  </a:txBody>
                  <a:tcPr marL="74509" marR="74509" marT="37255" marB="37255" anchor="ctr"/>
                </a:tc>
                <a:extLst>
                  <a:ext uri="{0D108BD9-81ED-4DB2-BD59-A6C34878D82A}">
                    <a16:rowId xmlns:a16="http://schemas.microsoft.com/office/drawing/2014/main" val="493589684"/>
                  </a:ext>
                </a:extLst>
              </a:tr>
              <a:tr h="72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Montserrat" panose="00000500000000000000" pitchFamily="2" charset="0"/>
                        </a:rPr>
                        <a:t>Mandate Fulfilment</a:t>
                      </a:r>
                      <a:endParaRPr lang="en-IN" sz="1500" dirty="0">
                        <a:latin typeface="Montserrat" panose="00000500000000000000" pitchFamily="2" charset="0"/>
                      </a:endParaRP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Montserrat" panose="00000500000000000000" pitchFamily="2" charset="0"/>
                        </a:rPr>
                        <a:t>Successful execution of your secret national objective.</a:t>
                      </a:r>
                    </a:p>
                  </a:txBody>
                  <a:tcPr marL="74509" marR="74509" marT="37255" marB="37255" anchor="ctr"/>
                </a:tc>
                <a:extLst>
                  <a:ext uri="{0D108BD9-81ED-4DB2-BD59-A6C34878D82A}">
                    <a16:rowId xmlns:a16="http://schemas.microsoft.com/office/drawing/2014/main" val="3535587688"/>
                  </a:ext>
                </a:extLst>
              </a:tr>
              <a:tr h="72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Montserrat" panose="00000500000000000000" pitchFamily="2" charset="0"/>
                        </a:rPr>
                        <a:t>Strategic Success</a:t>
                      </a:r>
                      <a:endParaRPr lang="en-IN" sz="1500">
                        <a:latin typeface="Montserrat" panose="00000500000000000000" pitchFamily="2" charset="0"/>
                      </a:endParaRP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Montserrat" panose="00000500000000000000" pitchFamily="2" charset="0"/>
                        </a:rPr>
                        <a:t>Effectiveness of your alliances and treaties in the field.</a:t>
                      </a:r>
                    </a:p>
                  </a:txBody>
                  <a:tcPr marL="74509" marR="74509" marT="37255" marB="37255" anchor="ctr"/>
                </a:tc>
                <a:extLst>
                  <a:ext uri="{0D108BD9-81ED-4DB2-BD59-A6C34878D82A}">
                    <a16:rowId xmlns:a16="http://schemas.microsoft.com/office/drawing/2014/main" val="3306412827"/>
                  </a:ext>
                </a:extLst>
              </a:tr>
              <a:tr h="72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Montserrat" panose="00000500000000000000" pitchFamily="2" charset="0"/>
                        </a:rPr>
                        <a:t>Geopolitical Realism</a:t>
                      </a:r>
                      <a:endParaRPr lang="en-IN" sz="1500">
                        <a:latin typeface="Montserrat" panose="00000500000000000000" pitchFamily="2" charset="0"/>
                      </a:endParaRP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Montserrat" panose="00000500000000000000" pitchFamily="2" charset="0"/>
                        </a:rPr>
                        <a:t>Alignment with real-world policy constraints and logic.</a:t>
                      </a:r>
                    </a:p>
                  </a:txBody>
                  <a:tcPr marL="74509" marR="74509" marT="37255" marB="37255" anchor="ctr"/>
                </a:tc>
                <a:extLst>
                  <a:ext uri="{0D108BD9-81ED-4DB2-BD59-A6C34878D82A}">
                    <a16:rowId xmlns:a16="http://schemas.microsoft.com/office/drawing/2014/main" val="210459895"/>
                  </a:ext>
                </a:extLst>
              </a:tr>
              <a:tr h="72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Montserrat" panose="00000500000000000000" pitchFamily="2" charset="0"/>
                        </a:rPr>
                        <a:t>Regional Maneuverability</a:t>
                      </a:r>
                      <a:endParaRPr lang="en-IN" sz="1500">
                        <a:latin typeface="Montserrat" panose="00000500000000000000" pitchFamily="2" charset="0"/>
                      </a:endParaRP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Montserrat" panose="00000500000000000000" pitchFamily="2" charset="0"/>
                        </a:rPr>
                        <a:t>Skill in navigating pressures from neighboring states.</a:t>
                      </a:r>
                    </a:p>
                  </a:txBody>
                  <a:tcPr marL="74509" marR="74509" marT="37255" marB="37255" anchor="ctr"/>
                </a:tc>
                <a:extLst>
                  <a:ext uri="{0D108BD9-81ED-4DB2-BD59-A6C34878D82A}">
                    <a16:rowId xmlns:a16="http://schemas.microsoft.com/office/drawing/2014/main" val="992706068"/>
                  </a:ext>
                </a:extLst>
              </a:tr>
              <a:tr h="72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Montserrat" panose="00000500000000000000" pitchFamily="2" charset="0"/>
                        </a:rPr>
                        <a:t>Influence &amp; Delivery</a:t>
                      </a:r>
                      <a:endParaRPr lang="en-IN" sz="1500">
                        <a:latin typeface="Montserrat" panose="00000500000000000000" pitchFamily="2" charset="0"/>
                      </a:endParaRP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74509" marR="74509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Montserrat" panose="00000500000000000000" pitchFamily="2" charset="0"/>
                        </a:rPr>
                        <a:t>Impact of your delegation on the committee's trajectory.</a:t>
                      </a:r>
                    </a:p>
                  </a:txBody>
                  <a:tcPr marL="74509" marR="74509" marT="37255" marB="37255" anchor="ctr"/>
                </a:tc>
                <a:extLst>
                  <a:ext uri="{0D108BD9-81ED-4DB2-BD59-A6C34878D82A}">
                    <a16:rowId xmlns:a16="http://schemas.microsoft.com/office/drawing/2014/main" val="4159268629"/>
                  </a:ext>
                </a:extLst>
              </a:tr>
            </a:tbl>
          </a:graphicData>
        </a:graphic>
      </p:graphicFrame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19702CD3-42F2-1BEA-16F9-A5F66DA38EAA}"/>
              </a:ext>
            </a:extLst>
          </p:cNvPr>
          <p:cNvSpPr/>
          <p:nvPr/>
        </p:nvSpPr>
        <p:spPr>
          <a:xfrm>
            <a:off x="5334921" y="59487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76C9D5-39F5-87E2-B78F-0A9A72EB6334}"/>
              </a:ext>
            </a:extLst>
          </p:cNvPr>
          <p:cNvSpPr txBox="1"/>
          <p:nvPr/>
        </p:nvSpPr>
        <p:spPr>
          <a:xfrm>
            <a:off x="5691590" y="611933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1.7 / 1.8</a:t>
            </a:r>
          </a:p>
        </p:txBody>
      </p:sp>
    </p:spTree>
    <p:extLst>
      <p:ext uri="{BB962C8B-B14F-4D97-AF65-F5344CB8AC3E}">
        <p14:creationId xmlns:p14="http://schemas.microsoft.com/office/powerpoint/2010/main" val="433052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A8CC-4828-99DA-7B03-D8787E7A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1D895B-AE07-14F3-ED23-F7BD913B2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E666A-F866-AF25-109F-BC54CF90E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B02D5EBB-68F5-3DF1-2C8D-FB39CF6AFD65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69EE0-B6CA-75AE-75E4-043CC6C8961D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5D29D-5555-DF07-D12A-7A93A709C3D5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3BD9CEB9-076B-1FFE-BD83-89CF64E800A1}"/>
              </a:ext>
            </a:extLst>
          </p:cNvPr>
          <p:cNvSpPr txBox="1">
            <a:spLocks/>
          </p:cNvSpPr>
          <p:nvPr/>
        </p:nvSpPr>
        <p:spPr>
          <a:xfrm>
            <a:off x="1302184" y="1218717"/>
            <a:ext cx="6438032" cy="2326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72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WHERE</a:t>
            </a:r>
            <a:r>
              <a:rPr lang="en-IN" sz="54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BC441-D091-0690-FF53-FF36EAB6EEBB}"/>
              </a:ext>
            </a:extLst>
          </p:cNvPr>
          <p:cNvSpPr txBox="1"/>
          <p:nvPr/>
        </p:nvSpPr>
        <p:spPr>
          <a:xfrm>
            <a:off x="1840375" y="3786119"/>
            <a:ext cx="7644307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On-campus setting, maintaining academic seriousness and institutional protocol.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C2CEF21-E153-8622-5C26-F5D843D97253}"/>
              </a:ext>
            </a:extLst>
          </p:cNvPr>
          <p:cNvSpPr/>
          <p:nvPr/>
        </p:nvSpPr>
        <p:spPr>
          <a:xfrm>
            <a:off x="8459121" y="59487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0AC7C-5F70-8244-EE90-2A9BF2743346}"/>
              </a:ext>
            </a:extLst>
          </p:cNvPr>
          <p:cNvSpPr txBox="1"/>
          <p:nvPr/>
        </p:nvSpPr>
        <p:spPr>
          <a:xfrm>
            <a:off x="8815790" y="611933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1.8 / 1.8</a:t>
            </a:r>
          </a:p>
        </p:txBody>
      </p:sp>
    </p:spTree>
    <p:extLst>
      <p:ext uri="{BB962C8B-B14F-4D97-AF65-F5344CB8AC3E}">
        <p14:creationId xmlns:p14="http://schemas.microsoft.com/office/powerpoint/2010/main" val="1464236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5FE4D-4724-7F98-1EBA-93E5EB97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21A757-B97F-6C31-8278-572924A72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FA1DD4-D105-65C3-E620-55A47EE0C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BF2CAEEC-C16A-A227-63F5-5E475D548FE5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9A5F74-A67A-D749-ECD9-0BAF54D79248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C4BBC-798E-D21D-711F-4636107BA177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2D15A-BB42-531A-76AD-762DCAE14BE9}"/>
              </a:ext>
            </a:extLst>
          </p:cNvPr>
          <p:cNvSpPr txBox="1"/>
          <p:nvPr/>
        </p:nvSpPr>
        <p:spPr>
          <a:xfrm>
            <a:off x="417653" y="3137061"/>
            <a:ext cx="11356692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Montserrat" panose="00000500000000000000" pitchFamily="2" charset="0"/>
              </a:rPr>
              <a:t>AGENDA 2: SECMUN Digital Ecosystem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6A977D2E-69FD-83B3-0703-5D4DCFC1B5A9}"/>
              </a:ext>
            </a:extLst>
          </p:cNvPr>
          <p:cNvSpPr/>
          <p:nvPr/>
        </p:nvSpPr>
        <p:spPr>
          <a:xfrm>
            <a:off x="11369961" y="51105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625CD-8B23-0EE9-C7A3-BED81F1B3900}"/>
              </a:ext>
            </a:extLst>
          </p:cNvPr>
          <p:cNvSpPr txBox="1"/>
          <p:nvPr/>
        </p:nvSpPr>
        <p:spPr>
          <a:xfrm>
            <a:off x="11381993" y="559278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2.0 / 2.8</a:t>
            </a:r>
          </a:p>
        </p:txBody>
      </p:sp>
    </p:spTree>
    <p:extLst>
      <p:ext uri="{BB962C8B-B14F-4D97-AF65-F5344CB8AC3E}">
        <p14:creationId xmlns:p14="http://schemas.microsoft.com/office/powerpoint/2010/main" val="2152176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3B01C-47AE-BADF-CCC8-79928D3C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6584E1-A15B-848A-5823-236B2A6C8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6AD78D-4D68-8F16-8D31-1BF743256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9C06F207-3D9E-2E53-9F45-AD3C928D9373}"/>
              </a:ext>
            </a:extLst>
          </p:cNvPr>
          <p:cNvSpPr txBox="1">
            <a:spLocks/>
          </p:cNvSpPr>
          <p:nvPr/>
        </p:nvSpPr>
        <p:spPr>
          <a:xfrm>
            <a:off x="-33583913" y="1594636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F4C7B-CF64-D691-7139-865DE5112DB1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87E3B-07C6-BC35-4E85-DA7D636E0D56}"/>
              </a:ext>
            </a:extLst>
          </p:cNvPr>
          <p:cNvSpPr txBox="1"/>
          <p:nvPr/>
        </p:nvSpPr>
        <p:spPr>
          <a:xfrm>
            <a:off x="-32326480" y="18407403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FB5BFA-DFC9-1587-555F-D5DAB21509FD}"/>
              </a:ext>
            </a:extLst>
          </p:cNvPr>
          <p:cNvSpPr/>
          <p:nvPr/>
        </p:nvSpPr>
        <p:spPr>
          <a:xfrm>
            <a:off x="2062222" y="2992143"/>
            <a:ext cx="8067554" cy="112172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244B85"/>
                </a:solidFill>
                <a:latin typeface="Montserrat ExtraBold" panose="00000900000000000000" pitchFamily="2" charset="0"/>
              </a:rPr>
              <a:t>S3CNS </a:t>
            </a:r>
          </a:p>
          <a:p>
            <a:pPr algn="ctr"/>
            <a:r>
              <a:rPr lang="en-IN" sz="2800" dirty="0">
                <a:solidFill>
                  <a:srgbClr val="244B85"/>
                </a:solidFill>
                <a:latin typeface="Montserrat ExtraBold" panose="00000900000000000000" pitchFamily="2" charset="0"/>
              </a:rPr>
              <a:t>(SECMUN Secretariat Next Gen System)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A17FCA0-FE08-37D8-E668-AA89AD483410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5400000">
            <a:off x="8004" y="6070139"/>
            <a:ext cx="8044270" cy="413172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503FF6-A72A-68E9-4CF0-CFDC7C15CDDF}"/>
              </a:ext>
            </a:extLst>
          </p:cNvPr>
          <p:cNvSpPr/>
          <p:nvPr/>
        </p:nvSpPr>
        <p:spPr>
          <a:xfrm>
            <a:off x="738317" y="12158134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Core Purpose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06207E-215F-10EB-6202-953547B3D629}"/>
              </a:ext>
            </a:extLst>
          </p:cNvPr>
          <p:cNvSpPr/>
          <p:nvPr/>
        </p:nvSpPr>
        <p:spPr>
          <a:xfrm>
            <a:off x="3516882" y="12152581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Key Features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DBD209-7812-0D43-EDFE-7C2DBF641C78}"/>
              </a:ext>
            </a:extLst>
          </p:cNvPr>
          <p:cNvSpPr/>
          <p:nvPr/>
        </p:nvSpPr>
        <p:spPr>
          <a:xfrm>
            <a:off x="6253669" y="1215258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User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D95191-D3C5-AD30-C704-069F321A6B00}"/>
              </a:ext>
            </a:extLst>
          </p:cNvPr>
          <p:cNvSpPr/>
          <p:nvPr/>
        </p:nvSpPr>
        <p:spPr>
          <a:xfrm>
            <a:off x="8990456" y="12157970"/>
            <a:ext cx="283463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System Requirements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CEBF38B-FD7E-7674-7A26-B965BBDADAA1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1400063" y="7456644"/>
            <a:ext cx="8038717" cy="13531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283C2B7-7F5A-19C5-69A3-81362EE7B525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16200000" flipH="1">
            <a:off x="2768456" y="7441406"/>
            <a:ext cx="8038716" cy="13836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7DAEE2E-54A2-2576-B902-FE1F4F3391D0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16200000" flipH="1">
            <a:off x="4229834" y="5980028"/>
            <a:ext cx="8044106" cy="431177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DA91A62-4CC6-9AC6-EC51-10BBBE774BA5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5400000">
            <a:off x="-5438472" y="11665695"/>
            <a:ext cx="6277906" cy="85275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03CEADE-5AD4-8E43-8476-07CEDA44638A}"/>
              </a:ext>
            </a:extLst>
          </p:cNvPr>
          <p:cNvSpPr/>
          <p:nvPr/>
        </p:nvSpPr>
        <p:spPr>
          <a:xfrm>
            <a:off x="-7789278" y="19068445"/>
            <a:ext cx="2451922" cy="11569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Unified MUN Management Platform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BBCF44C-AA6F-6BB2-DBA7-4E11100D4C33}"/>
              </a:ext>
            </a:extLst>
          </p:cNvPr>
          <p:cNvCxnSpPr>
            <a:cxnSpLocks/>
            <a:stCxn id="15" idx="2"/>
            <a:endCxn id="50" idx="1"/>
          </p:cNvCxnSpPr>
          <p:nvPr/>
        </p:nvCxnSpPr>
        <p:spPr>
          <a:xfrm rot="5400000">
            <a:off x="-20479560" y="-5170327"/>
            <a:ext cx="7267090" cy="43177717"/>
          </a:xfrm>
          <a:prstGeom prst="bentConnector4">
            <a:avLst>
              <a:gd name="adj1" fmla="val 47824"/>
              <a:gd name="adj2" fmla="val 100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55CE19A-EE2E-F035-6496-C3A821592A00}"/>
              </a:ext>
            </a:extLst>
          </p:cNvPr>
          <p:cNvSpPr/>
          <p:nvPr/>
        </p:nvSpPr>
        <p:spPr>
          <a:xfrm>
            <a:off x="-38434874" y="1973587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Authentication &amp; RBAC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360729D-565A-AC5B-E6CE-42E07918AA7F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rot="5400000">
            <a:off x="-9483675" y="1523914"/>
            <a:ext cx="5702235" cy="2822437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490622A-27BC-2C66-DCAB-A999076EB982}"/>
              </a:ext>
            </a:extLst>
          </p:cNvPr>
          <p:cNvSpPr/>
          <p:nvPr/>
        </p:nvSpPr>
        <p:spPr>
          <a:xfrm>
            <a:off x="-21970707" y="1848722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Senior Secretariat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CAA5438-43A3-B87C-D1AE-D443B514791F}"/>
              </a:ext>
            </a:extLst>
          </p:cNvPr>
          <p:cNvCxnSpPr>
            <a:cxnSpLocks/>
            <a:stCxn id="17" idx="2"/>
            <a:endCxn id="57" idx="0"/>
          </p:cNvCxnSpPr>
          <p:nvPr/>
        </p:nvCxnSpPr>
        <p:spPr>
          <a:xfrm rot="16200000" flipH="1">
            <a:off x="9707511" y="13490639"/>
            <a:ext cx="1852642" cy="45211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42F436E-B6DB-DD31-F29C-3A9DD20E7197}"/>
              </a:ext>
            </a:extLst>
          </p:cNvPr>
          <p:cNvSpPr/>
          <p:nvPr/>
        </p:nvSpPr>
        <p:spPr>
          <a:xfrm>
            <a:off x="9633928" y="14643017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Modern Web Browser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DD7AE14-6DBB-6755-4068-3BB8A050AAE5}"/>
              </a:ext>
            </a:extLst>
          </p:cNvPr>
          <p:cNvSpPr/>
          <p:nvPr/>
        </p:nvSpPr>
        <p:spPr>
          <a:xfrm>
            <a:off x="-5138502" y="20401297"/>
            <a:ext cx="3032104" cy="10933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Replaced Manual/Fragmented Process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58391B9-C6D0-DAE8-2DF5-F2622A73EF1C}"/>
              </a:ext>
            </a:extLst>
          </p:cNvPr>
          <p:cNvSpPr/>
          <p:nvPr/>
        </p:nvSpPr>
        <p:spPr>
          <a:xfrm>
            <a:off x="-2099216" y="1964690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Mobile Ready PWA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C1D3C8-D726-1BE3-986C-B42A1CD61FA2}"/>
              </a:ext>
            </a:extLst>
          </p:cNvPr>
          <p:cNvSpPr/>
          <p:nvPr/>
        </p:nvSpPr>
        <p:spPr>
          <a:xfrm>
            <a:off x="804801" y="18915853"/>
            <a:ext cx="2451922" cy="130950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Insights &amp; Automation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6C2BB7D-7BDF-A6E1-87FB-4FABC4886ACE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-4634465" y="13802554"/>
            <a:ext cx="7610758" cy="55867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701E893-5E49-AB70-E42A-60F17DC8559E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5400000">
            <a:off x="-2882670" y="14799955"/>
            <a:ext cx="6856364" cy="28375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8EE5E1D-F10F-335F-9231-17A866479ECC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-1065137" y="15819954"/>
            <a:ext cx="6125314" cy="664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9E7C0FD-1BE9-0EB5-6DC9-79FE205243AE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-19425073" y="-3666974"/>
            <a:ext cx="7715957" cy="406198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F9783F-2A72-C08A-AE1A-7F517BACFE4E}"/>
              </a:ext>
            </a:extLst>
          </p:cNvPr>
          <p:cNvSpPr/>
          <p:nvPr/>
        </p:nvSpPr>
        <p:spPr>
          <a:xfrm>
            <a:off x="-37102995" y="2050094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Dashboard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3E49CC9-5697-93E3-E457-72341B6BF7AF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-23780068" y="2781069"/>
            <a:ext cx="18518995" cy="3852682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BDC24B4-339E-1B40-380D-2335FCEE012B}"/>
              </a:ext>
            </a:extLst>
          </p:cNvPr>
          <p:cNvSpPr/>
          <p:nvPr/>
        </p:nvSpPr>
        <p:spPr>
          <a:xfrm>
            <a:off x="-36589994" y="21798053"/>
            <a:ext cx="280600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Complete Finance Management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7BBAAC4-B251-4436-73E4-27DA1FE58D5B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5400000">
            <a:off x="-19203873" y="-1151388"/>
            <a:ext cx="10010342" cy="3788309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6CAD80-D471-4BCB-7D61-6EAAE5C27140}"/>
              </a:ext>
            </a:extLst>
          </p:cNvPr>
          <p:cNvSpPr/>
          <p:nvPr/>
        </p:nvSpPr>
        <p:spPr>
          <a:xfrm>
            <a:off x="-34366209" y="2279532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Delegation Affairs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9A62812-9CE1-954E-3C18-373F3C237BCD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5400000">
            <a:off x="-18697133" y="-1009518"/>
            <a:ext cx="9645473" cy="37234481"/>
          </a:xfrm>
          <a:prstGeom prst="bentConnector4">
            <a:avLst>
              <a:gd name="adj1" fmla="val 48361"/>
              <a:gd name="adj2" fmla="val 1006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2234F5-3015-BFBD-F8BC-47ED595BB547}"/>
              </a:ext>
            </a:extLst>
          </p:cNvPr>
          <p:cNvSpPr/>
          <p:nvPr/>
        </p:nvSpPr>
        <p:spPr>
          <a:xfrm>
            <a:off x="-32491638" y="22114256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Event Management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9CAF785-5F99-1F17-F9DB-5A0E6F34CE8D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5400000">
            <a:off x="-16702158" y="-643647"/>
            <a:ext cx="8016369" cy="3487363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63ED37C-F089-5529-942C-8F35E599BD4C}"/>
              </a:ext>
            </a:extLst>
          </p:cNvPr>
          <p:cNvSpPr/>
          <p:nvPr/>
        </p:nvSpPr>
        <p:spPr>
          <a:xfrm>
            <a:off x="-31356753" y="20801355"/>
            <a:ext cx="2451922" cy="7701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Multi-Channel Communication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EB34B3C-0125-D949-3F28-BA02E31C6A52}"/>
              </a:ext>
            </a:extLst>
          </p:cNvPr>
          <p:cNvCxnSpPr>
            <a:cxnSpLocks/>
            <a:stCxn id="15" idx="2"/>
            <a:endCxn id="55" idx="3"/>
          </p:cNvCxnSpPr>
          <p:nvPr/>
        </p:nvCxnSpPr>
        <p:spPr>
          <a:xfrm rot="5400000">
            <a:off x="-14963328" y="256935"/>
            <a:ext cx="7178120" cy="322342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EF293AA-B1E3-4FCB-9D0A-1AC17A865BB6}"/>
              </a:ext>
            </a:extLst>
          </p:cNvPr>
          <p:cNvSpPr/>
          <p:nvPr/>
        </p:nvSpPr>
        <p:spPr>
          <a:xfrm>
            <a:off x="-29943302" y="1964690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Document Management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67473A0-FC2C-41DB-6DE7-F8FEB93E2DA2}"/>
              </a:ext>
            </a:extLst>
          </p:cNvPr>
          <p:cNvSpPr/>
          <p:nvPr/>
        </p:nvSpPr>
        <p:spPr>
          <a:xfrm>
            <a:off x="-20662966" y="20120967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Secretariat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4EF9457D-208A-D17C-D752-23379B5E37EA}"/>
              </a:ext>
            </a:extLst>
          </p:cNvPr>
          <p:cNvSpPr/>
          <p:nvPr/>
        </p:nvSpPr>
        <p:spPr>
          <a:xfrm>
            <a:off x="-18339161" y="2054351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Explorers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DDCB2C2-E7ED-F5E5-17A3-BA3A6C6BFB12}"/>
              </a:ext>
            </a:extLst>
          </p:cNvPr>
          <p:cNvSpPr/>
          <p:nvPr/>
        </p:nvSpPr>
        <p:spPr>
          <a:xfrm>
            <a:off x="-15887239" y="1968830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Participants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115DA235-2AB8-681B-563B-CC2898A8B8C3}"/>
              </a:ext>
            </a:extLst>
          </p:cNvPr>
          <p:cNvSpPr/>
          <p:nvPr/>
        </p:nvSpPr>
        <p:spPr>
          <a:xfrm>
            <a:off x="-15233700" y="1845221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Teacher IC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90313786-46EB-FE0B-63AC-6976528F1887}"/>
              </a:ext>
            </a:extLst>
          </p:cNvPr>
          <p:cNvCxnSpPr>
            <a:cxnSpLocks/>
            <a:stCxn id="16" idx="2"/>
            <a:endCxn id="87" idx="3"/>
          </p:cNvCxnSpPr>
          <p:nvPr/>
        </p:nvCxnSpPr>
        <p:spPr>
          <a:xfrm rot="5400000">
            <a:off x="-9191799" y="3765740"/>
            <a:ext cx="7652185" cy="2569067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DF9B28B7-2D3A-246D-58F7-C6F0E066CC98}"/>
              </a:ext>
            </a:extLst>
          </p:cNvPr>
          <p:cNvCxnSpPr>
            <a:cxnSpLocks/>
            <a:stCxn id="16" idx="2"/>
            <a:endCxn id="88" idx="0"/>
          </p:cNvCxnSpPr>
          <p:nvPr/>
        </p:nvCxnSpPr>
        <p:spPr>
          <a:xfrm rot="5400000">
            <a:off x="-8696050" y="4367835"/>
            <a:ext cx="7758530" cy="245928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26DFE96A-53AE-F063-4B1C-726763DD597A}"/>
              </a:ext>
            </a:extLst>
          </p:cNvPr>
          <p:cNvCxnSpPr>
            <a:cxnSpLocks/>
            <a:stCxn id="16" idx="2"/>
            <a:endCxn id="89" idx="1"/>
          </p:cNvCxnSpPr>
          <p:nvPr/>
        </p:nvCxnSpPr>
        <p:spPr>
          <a:xfrm rot="5400000">
            <a:off x="-7813563" y="4711310"/>
            <a:ext cx="7219518" cy="23366869"/>
          </a:xfrm>
          <a:prstGeom prst="bentConnector4">
            <a:avLst>
              <a:gd name="adj1" fmla="val 47810"/>
              <a:gd name="adj2" fmla="val 1009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9686CC0F-0FAA-5606-DC3D-5E5883F8B9AD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5400000">
            <a:off x="-6097671" y="4874918"/>
            <a:ext cx="5667234" cy="214873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018696-A324-F6EA-4777-C9A46416A9B9}"/>
              </a:ext>
            </a:extLst>
          </p:cNvPr>
          <p:cNvSpPr/>
          <p:nvPr/>
        </p:nvSpPr>
        <p:spPr>
          <a:xfrm>
            <a:off x="17356223" y="1465807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IOS / Android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783F726-E2C6-F3FB-E40B-CF2FB85A6E79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16200000" flipH="1">
            <a:off x="13561129" y="9637022"/>
            <a:ext cx="1867703" cy="81744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AF096AE-608F-A329-0BE3-F62B91BF8B67}"/>
              </a:ext>
            </a:extLst>
          </p:cNvPr>
          <p:cNvSpPr/>
          <p:nvPr/>
        </p:nvSpPr>
        <p:spPr>
          <a:xfrm>
            <a:off x="13495074" y="1551153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Windows / MAC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3AEE6B0-9519-B671-3908-1D1000E3F51C}"/>
              </a:ext>
            </a:extLst>
          </p:cNvPr>
          <p:cNvCxnSpPr>
            <a:cxnSpLocks/>
            <a:stCxn id="17" idx="2"/>
            <a:endCxn id="51" idx="0"/>
          </p:cNvCxnSpPr>
          <p:nvPr/>
        </p:nvCxnSpPr>
        <p:spPr>
          <a:xfrm rot="16200000" flipH="1">
            <a:off x="11203825" y="11994325"/>
            <a:ext cx="2721160" cy="431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08368A7-E7BF-CC06-599A-9B681B4F9160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Title 6">
            <a:extLst>
              <a:ext uri="{FF2B5EF4-FFF2-40B4-BE49-F238E27FC236}">
                <a16:creationId xmlns:a16="http://schemas.microsoft.com/office/drawing/2014/main" id="{50A01772-E746-D02E-8B6B-F478793ACB87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A90575F-298B-C7A2-14FA-E2AADED01F33}"/>
              </a:ext>
            </a:extLst>
          </p:cNvPr>
          <p:cNvSpPr txBox="1"/>
          <p:nvPr/>
        </p:nvSpPr>
        <p:spPr>
          <a:xfrm>
            <a:off x="575323" y="-1442121"/>
            <a:ext cx="11356692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Montserrat" panose="00000500000000000000" pitchFamily="2" charset="0"/>
              </a:rPr>
              <a:t>AGENDA 2: SECMUN Digital Ecosystem</a:t>
            </a: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041023D2-F316-77DA-DBBC-B3E27FB08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593" y="-5030272"/>
            <a:ext cx="3588151" cy="3588151"/>
          </a:xfrm>
          <a:prstGeom prst="rect">
            <a:avLst/>
          </a:prstGeom>
        </p:spPr>
      </p:pic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B37F4046-DA1E-60BF-9CEB-A87D8A1074DD}"/>
              </a:ext>
            </a:extLst>
          </p:cNvPr>
          <p:cNvSpPr/>
          <p:nvPr/>
        </p:nvSpPr>
        <p:spPr>
          <a:xfrm>
            <a:off x="11369961" y="38913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2A64EDC-9E17-269D-C578-AB19E5272AF5}"/>
              </a:ext>
            </a:extLst>
          </p:cNvPr>
          <p:cNvSpPr txBox="1"/>
          <p:nvPr/>
        </p:nvSpPr>
        <p:spPr>
          <a:xfrm>
            <a:off x="11381993" y="437358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2.1 / 2.8</a:t>
            </a:r>
          </a:p>
        </p:txBody>
      </p:sp>
    </p:spTree>
    <p:extLst>
      <p:ext uri="{BB962C8B-B14F-4D97-AF65-F5344CB8AC3E}">
        <p14:creationId xmlns:p14="http://schemas.microsoft.com/office/powerpoint/2010/main" val="1835881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474D5-D686-B4D7-0621-58FF2FDD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1FC75-4345-A92A-F0B6-06745E56E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A425B-CBB7-EECA-520B-6B0AEB990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122F393C-29BC-B8F6-B8BF-999553B2A4F3}"/>
              </a:ext>
            </a:extLst>
          </p:cNvPr>
          <p:cNvSpPr txBox="1">
            <a:spLocks/>
          </p:cNvSpPr>
          <p:nvPr/>
        </p:nvSpPr>
        <p:spPr>
          <a:xfrm>
            <a:off x="-33583913" y="1594636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7C9BF8-BD6F-54DE-0160-666056D43FD1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5F1D6-D24E-6E13-27AE-79561905D600}"/>
              </a:ext>
            </a:extLst>
          </p:cNvPr>
          <p:cNvSpPr txBox="1"/>
          <p:nvPr/>
        </p:nvSpPr>
        <p:spPr>
          <a:xfrm>
            <a:off x="-32326480" y="18407403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41BACD-48A4-2E4E-27A8-6474C7BAA453}"/>
              </a:ext>
            </a:extLst>
          </p:cNvPr>
          <p:cNvSpPr/>
          <p:nvPr/>
        </p:nvSpPr>
        <p:spPr>
          <a:xfrm>
            <a:off x="3333617" y="1392114"/>
            <a:ext cx="5270373" cy="9065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S3CNS </a:t>
            </a:r>
          </a:p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(SECMUN Secretariat Next Gen System)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676318F-1024-EC82-B19A-3CFC3DB854BE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5400000">
            <a:off x="3052202" y="1210756"/>
            <a:ext cx="1828678" cy="40045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4AF4C1-AFFA-1850-6D40-00EBEE89F1E3}"/>
              </a:ext>
            </a:extLst>
          </p:cNvPr>
          <p:cNvSpPr/>
          <p:nvPr/>
        </p:nvSpPr>
        <p:spPr>
          <a:xfrm>
            <a:off x="738317" y="412735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Core Purpose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263B47-89BF-2155-E53A-3CE770BB7FBE}"/>
              </a:ext>
            </a:extLst>
          </p:cNvPr>
          <p:cNvSpPr/>
          <p:nvPr/>
        </p:nvSpPr>
        <p:spPr>
          <a:xfrm>
            <a:off x="3516882" y="412180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Key Features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5A8713-8BFA-FF35-C754-4E58D5FA5684}"/>
              </a:ext>
            </a:extLst>
          </p:cNvPr>
          <p:cNvSpPr/>
          <p:nvPr/>
        </p:nvSpPr>
        <p:spPr>
          <a:xfrm>
            <a:off x="6253669" y="4121804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User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3E3316-DA9A-2E9F-3A71-9FD2690C8032}"/>
              </a:ext>
            </a:extLst>
          </p:cNvPr>
          <p:cNvSpPr/>
          <p:nvPr/>
        </p:nvSpPr>
        <p:spPr>
          <a:xfrm>
            <a:off x="8990456" y="4127194"/>
            <a:ext cx="283463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System Requirements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530E515-9070-2314-BE79-EE95CFE0DC05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4444262" y="2597262"/>
            <a:ext cx="1823125" cy="122596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BBC1AC9-3832-1A0E-CC68-DFDADA99B49F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16200000" flipH="1">
            <a:off x="5812655" y="2454829"/>
            <a:ext cx="1823124" cy="15108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8D0646A-890B-E88B-80BE-EC3B09D50379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16200000" flipH="1">
            <a:off x="7274033" y="993451"/>
            <a:ext cx="1828514" cy="44389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C91DBB3-320F-54A0-1689-231F08C16CC7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5400000">
            <a:off x="-9453860" y="7650307"/>
            <a:ext cx="14308682" cy="85275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A3C0FFA-2512-D91F-C05C-A2F3EBE2EF97}"/>
              </a:ext>
            </a:extLst>
          </p:cNvPr>
          <p:cNvSpPr/>
          <p:nvPr/>
        </p:nvSpPr>
        <p:spPr>
          <a:xfrm>
            <a:off x="-7789278" y="19068445"/>
            <a:ext cx="2451922" cy="11569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Unified MUN Management Platform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40436695-0E71-6551-A9FA-2BE23F708A3A}"/>
              </a:ext>
            </a:extLst>
          </p:cNvPr>
          <p:cNvCxnSpPr>
            <a:cxnSpLocks/>
            <a:stCxn id="15" idx="2"/>
            <a:endCxn id="50" idx="1"/>
          </p:cNvCxnSpPr>
          <p:nvPr/>
        </p:nvCxnSpPr>
        <p:spPr>
          <a:xfrm rot="5400000">
            <a:off x="-24494948" y="-9185715"/>
            <a:ext cx="15297866" cy="43177717"/>
          </a:xfrm>
          <a:prstGeom prst="bentConnector4">
            <a:avLst>
              <a:gd name="adj1" fmla="val 48967"/>
              <a:gd name="adj2" fmla="val 100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DF6F79C-14EB-6E97-2F92-5AED7BD580D2}"/>
              </a:ext>
            </a:extLst>
          </p:cNvPr>
          <p:cNvSpPr/>
          <p:nvPr/>
        </p:nvSpPr>
        <p:spPr>
          <a:xfrm>
            <a:off x="-38434874" y="1973587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Authentication &amp; RBAC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4956E20-9CA6-DDBB-C4EC-66A11C2A25DD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rot="5400000">
            <a:off x="-13499063" y="-2491474"/>
            <a:ext cx="13733011" cy="2822437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0C3FDF4-FF5B-569B-C6EC-013465E4DFEE}"/>
              </a:ext>
            </a:extLst>
          </p:cNvPr>
          <p:cNvSpPr/>
          <p:nvPr/>
        </p:nvSpPr>
        <p:spPr>
          <a:xfrm>
            <a:off x="-21970707" y="1848722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Senior Secretariat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867437D-E6D8-444B-78A7-2A3C4FD8D572}"/>
              </a:ext>
            </a:extLst>
          </p:cNvPr>
          <p:cNvCxnSpPr>
            <a:cxnSpLocks/>
            <a:stCxn id="17" idx="2"/>
            <a:endCxn id="57" idx="0"/>
          </p:cNvCxnSpPr>
          <p:nvPr/>
        </p:nvCxnSpPr>
        <p:spPr>
          <a:xfrm rot="16200000" flipH="1">
            <a:off x="5692123" y="9475251"/>
            <a:ext cx="9883418" cy="45211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DBC48CC-9235-357B-6502-F5549FFF9A5D}"/>
              </a:ext>
            </a:extLst>
          </p:cNvPr>
          <p:cNvSpPr/>
          <p:nvPr/>
        </p:nvSpPr>
        <p:spPr>
          <a:xfrm>
            <a:off x="9633928" y="14643017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Modern Web Browser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B432E1A-717A-16B7-3358-7F6FFC5DFBF1}"/>
              </a:ext>
            </a:extLst>
          </p:cNvPr>
          <p:cNvSpPr/>
          <p:nvPr/>
        </p:nvSpPr>
        <p:spPr>
          <a:xfrm>
            <a:off x="-5138502" y="20401297"/>
            <a:ext cx="3032104" cy="10933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Replaced Manual/Fragmented Process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4D07180-CA70-5964-D2CD-6338BDF64229}"/>
              </a:ext>
            </a:extLst>
          </p:cNvPr>
          <p:cNvSpPr/>
          <p:nvPr/>
        </p:nvSpPr>
        <p:spPr>
          <a:xfrm>
            <a:off x="-2099216" y="1964690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Mobile Ready PWA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9960352-61B2-066A-77FA-F67BFA0F5724}"/>
              </a:ext>
            </a:extLst>
          </p:cNvPr>
          <p:cNvSpPr/>
          <p:nvPr/>
        </p:nvSpPr>
        <p:spPr>
          <a:xfrm>
            <a:off x="804801" y="18915853"/>
            <a:ext cx="2451922" cy="130950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Insights &amp; Automation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E21343C-3639-8A95-FCA0-952C99152E74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-8649853" y="9787166"/>
            <a:ext cx="15641534" cy="55867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4D973B8-4BB4-588E-D175-A197F3B40265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5400000">
            <a:off x="-6898058" y="10784567"/>
            <a:ext cx="14887140" cy="28375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2E317FC-438F-D6E0-A5A1-B03183EA8FC2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-5080525" y="11804566"/>
            <a:ext cx="14156090" cy="664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6A7D02C-08D1-9D5D-6466-94A61C1C3245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-23440461" y="-7682362"/>
            <a:ext cx="15746733" cy="406198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ABDCC6-00B6-6E4D-9112-361694F9C79F}"/>
              </a:ext>
            </a:extLst>
          </p:cNvPr>
          <p:cNvSpPr/>
          <p:nvPr/>
        </p:nvSpPr>
        <p:spPr>
          <a:xfrm>
            <a:off x="-37102995" y="2050094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Dashboard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82B4895-39D6-4DF8-9FAC-0E3E18363F68}"/>
              </a:ext>
            </a:extLst>
          </p:cNvPr>
          <p:cNvCxnSpPr>
            <a:cxnSpLocks/>
            <a:stCxn id="15" idx="2"/>
            <a:endCxn id="33" idx="3"/>
          </p:cNvCxnSpPr>
          <p:nvPr/>
        </p:nvCxnSpPr>
        <p:spPr>
          <a:xfrm rot="5400000">
            <a:off x="-22764382" y="-4395695"/>
            <a:ext cx="18357321" cy="3665713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CB1EBE0-F13B-004C-FF22-D3C32C5D8C6B}"/>
              </a:ext>
            </a:extLst>
          </p:cNvPr>
          <p:cNvSpPr/>
          <p:nvPr/>
        </p:nvSpPr>
        <p:spPr>
          <a:xfrm>
            <a:off x="-36589994" y="21798053"/>
            <a:ext cx="280600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Complete Finance Management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F67ACF2-D558-63C4-DEB3-1FD6C45A8B6C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5400000">
            <a:off x="-23219261" y="-5166776"/>
            <a:ext cx="18041118" cy="3788309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6BB0B05-DFCD-1A8E-B096-E7145DA54AC7}"/>
              </a:ext>
            </a:extLst>
          </p:cNvPr>
          <p:cNvSpPr/>
          <p:nvPr/>
        </p:nvSpPr>
        <p:spPr>
          <a:xfrm>
            <a:off x="-34366209" y="2279532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Delegation Affairs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FBE2387-B00C-C5EC-8E42-37747D45C975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5400000">
            <a:off x="-22712521" y="-5024906"/>
            <a:ext cx="17676249" cy="37234481"/>
          </a:xfrm>
          <a:prstGeom prst="bentConnector4">
            <a:avLst>
              <a:gd name="adj1" fmla="val 49106"/>
              <a:gd name="adj2" fmla="val 1006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122CE72-5E33-6F94-B2C4-600CAECB9FDD}"/>
              </a:ext>
            </a:extLst>
          </p:cNvPr>
          <p:cNvSpPr/>
          <p:nvPr/>
        </p:nvSpPr>
        <p:spPr>
          <a:xfrm>
            <a:off x="-32491638" y="22114256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Event Management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1C28967-82D7-58B0-BA47-4C0ED1DDC810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5400000">
            <a:off x="-20717546" y="-4659035"/>
            <a:ext cx="16047145" cy="3487363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882B09C-AE33-E626-CE1E-962F9260A15D}"/>
              </a:ext>
            </a:extLst>
          </p:cNvPr>
          <p:cNvSpPr/>
          <p:nvPr/>
        </p:nvSpPr>
        <p:spPr>
          <a:xfrm>
            <a:off x="-31356753" y="20801355"/>
            <a:ext cx="2451922" cy="7701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Multi-Channel Communication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18A1228-8380-B0BD-3E2A-7FDB9DB94CC8}"/>
              </a:ext>
            </a:extLst>
          </p:cNvPr>
          <p:cNvCxnSpPr>
            <a:cxnSpLocks/>
            <a:stCxn id="15" idx="2"/>
            <a:endCxn id="55" idx="3"/>
          </p:cNvCxnSpPr>
          <p:nvPr/>
        </p:nvCxnSpPr>
        <p:spPr>
          <a:xfrm rot="5400000">
            <a:off x="-18978716" y="-3758453"/>
            <a:ext cx="15208896" cy="322342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232C6C8-9FDB-45BF-5199-0BAF73D0B48E}"/>
              </a:ext>
            </a:extLst>
          </p:cNvPr>
          <p:cNvSpPr/>
          <p:nvPr/>
        </p:nvSpPr>
        <p:spPr>
          <a:xfrm>
            <a:off x="-29943302" y="1964690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Document Management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F14DC10-D4A8-642B-B807-ED5E187903BA}"/>
              </a:ext>
            </a:extLst>
          </p:cNvPr>
          <p:cNvSpPr/>
          <p:nvPr/>
        </p:nvSpPr>
        <p:spPr>
          <a:xfrm>
            <a:off x="-20583867" y="1967346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Secretariat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5860816-BAC9-2DD7-4BE2-3540442F8DAE}"/>
              </a:ext>
            </a:extLst>
          </p:cNvPr>
          <p:cNvSpPr/>
          <p:nvPr/>
        </p:nvSpPr>
        <p:spPr>
          <a:xfrm>
            <a:off x="-18339161" y="2054351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Explorers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E1898B3E-9038-8B41-ED76-315AE2E3764B}"/>
              </a:ext>
            </a:extLst>
          </p:cNvPr>
          <p:cNvSpPr/>
          <p:nvPr/>
        </p:nvSpPr>
        <p:spPr>
          <a:xfrm>
            <a:off x="-15887239" y="1968830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Participants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6CEC0CB3-693D-1C11-0787-BFBA683C557F}"/>
              </a:ext>
            </a:extLst>
          </p:cNvPr>
          <p:cNvSpPr/>
          <p:nvPr/>
        </p:nvSpPr>
        <p:spPr>
          <a:xfrm>
            <a:off x="-15233700" y="1845221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Teacher IC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291E0AE-0AA6-5817-FAC4-12D1818FF6F4}"/>
              </a:ext>
            </a:extLst>
          </p:cNvPr>
          <p:cNvCxnSpPr>
            <a:cxnSpLocks/>
            <a:stCxn id="16" idx="2"/>
            <a:endCxn id="87" idx="3"/>
          </p:cNvCxnSpPr>
          <p:nvPr/>
        </p:nvCxnSpPr>
        <p:spPr>
          <a:xfrm rot="5400000">
            <a:off x="-12943888" y="-433847"/>
            <a:ext cx="15235462" cy="256115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7BF172BA-80CF-7D78-A6E6-30CD2955A31E}"/>
              </a:ext>
            </a:extLst>
          </p:cNvPr>
          <p:cNvCxnSpPr>
            <a:cxnSpLocks/>
            <a:stCxn id="16" idx="2"/>
            <a:endCxn id="88" idx="0"/>
          </p:cNvCxnSpPr>
          <p:nvPr/>
        </p:nvCxnSpPr>
        <p:spPr>
          <a:xfrm rot="5400000">
            <a:off x="-12711438" y="352447"/>
            <a:ext cx="15789306" cy="245928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A4C7ED35-5D82-8EF2-95E1-E3F331204079}"/>
              </a:ext>
            </a:extLst>
          </p:cNvPr>
          <p:cNvCxnSpPr>
            <a:cxnSpLocks/>
            <a:stCxn id="16" idx="2"/>
            <a:endCxn id="89" idx="1"/>
          </p:cNvCxnSpPr>
          <p:nvPr/>
        </p:nvCxnSpPr>
        <p:spPr>
          <a:xfrm rot="5400000">
            <a:off x="-11828951" y="695922"/>
            <a:ext cx="15250294" cy="23366869"/>
          </a:xfrm>
          <a:prstGeom prst="bentConnector4">
            <a:avLst>
              <a:gd name="adj1" fmla="val 48963"/>
              <a:gd name="adj2" fmla="val 1009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A64FBAF-F23B-C935-7979-AD20BDF40832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5400000">
            <a:off x="-10113059" y="859530"/>
            <a:ext cx="13698010" cy="214873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CE36381-B397-66BB-94DA-7EAD7E1F443C}"/>
              </a:ext>
            </a:extLst>
          </p:cNvPr>
          <p:cNvSpPr/>
          <p:nvPr/>
        </p:nvSpPr>
        <p:spPr>
          <a:xfrm>
            <a:off x="17356223" y="1465807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IOS / Android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2F4FAB1-842C-C599-BB84-57779DE93EF3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16200000" flipH="1">
            <a:off x="9545741" y="5621634"/>
            <a:ext cx="9898479" cy="81744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0124347-3703-6C0E-3F7A-32F4F2E00275}"/>
              </a:ext>
            </a:extLst>
          </p:cNvPr>
          <p:cNvSpPr/>
          <p:nvPr/>
        </p:nvSpPr>
        <p:spPr>
          <a:xfrm>
            <a:off x="13495074" y="1551153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Windows / MAC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6F5041F-8B8D-F965-34C5-B21654C8CBCB}"/>
              </a:ext>
            </a:extLst>
          </p:cNvPr>
          <p:cNvCxnSpPr>
            <a:cxnSpLocks/>
            <a:stCxn id="17" idx="2"/>
            <a:endCxn id="51" idx="0"/>
          </p:cNvCxnSpPr>
          <p:nvPr/>
        </p:nvCxnSpPr>
        <p:spPr>
          <a:xfrm rot="16200000" flipH="1">
            <a:off x="7188437" y="7978937"/>
            <a:ext cx="10751936" cy="4313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91702A-E543-C375-BF6E-8A21B5EBC655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ED9E765-AD1A-740C-58FF-AD2989B8FCB4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4EF6A90-7906-302D-B33C-C853ED10EA81}"/>
              </a:ext>
            </a:extLst>
          </p:cNvPr>
          <p:cNvSpPr/>
          <p:nvPr/>
        </p:nvSpPr>
        <p:spPr>
          <a:xfrm>
            <a:off x="11369961" y="247404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CC3FB-02D2-8354-3EB5-2B15C527D4A1}"/>
              </a:ext>
            </a:extLst>
          </p:cNvPr>
          <p:cNvSpPr txBox="1"/>
          <p:nvPr/>
        </p:nvSpPr>
        <p:spPr>
          <a:xfrm>
            <a:off x="11381993" y="295626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2.2 / 2.8</a:t>
            </a:r>
          </a:p>
        </p:txBody>
      </p:sp>
    </p:spTree>
    <p:extLst>
      <p:ext uri="{BB962C8B-B14F-4D97-AF65-F5344CB8AC3E}">
        <p14:creationId xmlns:p14="http://schemas.microsoft.com/office/powerpoint/2010/main" val="1140473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667E-430C-761F-30AB-B7CFE4B4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9A2EE5-E7EF-68F8-9850-0D27D8377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4B45F8-F1E8-7265-C2D2-17560DF0A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EE4CB9B2-83CE-E072-47A5-46A6DF870DD2}"/>
              </a:ext>
            </a:extLst>
          </p:cNvPr>
          <p:cNvSpPr txBox="1">
            <a:spLocks/>
          </p:cNvSpPr>
          <p:nvPr/>
        </p:nvSpPr>
        <p:spPr>
          <a:xfrm>
            <a:off x="-33583913" y="1594636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C0038-318C-A966-E7AB-FBD8CCD13E11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3475A-CF6A-BDBE-63F5-289BED5CD8F8}"/>
              </a:ext>
            </a:extLst>
          </p:cNvPr>
          <p:cNvSpPr txBox="1"/>
          <p:nvPr/>
        </p:nvSpPr>
        <p:spPr>
          <a:xfrm>
            <a:off x="-32326480" y="18407403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DF328A-1DCD-6729-F4D5-3BDF2A2B22DE}"/>
              </a:ext>
            </a:extLst>
          </p:cNvPr>
          <p:cNvSpPr/>
          <p:nvPr/>
        </p:nvSpPr>
        <p:spPr>
          <a:xfrm>
            <a:off x="3435218" y="-8253361"/>
            <a:ext cx="5270373" cy="9065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S3CNS </a:t>
            </a:r>
          </a:p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(SECMUN Secretariat Next Gen System)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AAB780C-F2A4-92CB-2AC4-582E3327BC4E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16200000" flipH="1">
            <a:off x="1229665" y="-2506055"/>
            <a:ext cx="9734578" cy="530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02A390-B687-243F-CA90-C28F77BEC1E5}"/>
              </a:ext>
            </a:extLst>
          </p:cNvPr>
          <p:cNvSpPr/>
          <p:nvPr/>
        </p:nvSpPr>
        <p:spPr>
          <a:xfrm>
            <a:off x="4897542" y="238778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Core Purpose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84787B-7C17-2E9A-DFCB-E3976ADBF13A}"/>
              </a:ext>
            </a:extLst>
          </p:cNvPr>
          <p:cNvSpPr/>
          <p:nvPr/>
        </p:nvSpPr>
        <p:spPr>
          <a:xfrm>
            <a:off x="12820475" y="559769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Key Features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19BEE1-C5EC-E40E-0A8A-15BFB9BE7DAE}"/>
              </a:ext>
            </a:extLst>
          </p:cNvPr>
          <p:cNvSpPr/>
          <p:nvPr/>
        </p:nvSpPr>
        <p:spPr>
          <a:xfrm>
            <a:off x="15275559" y="381115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User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9B94AC-3594-BC83-B28C-79C94A4BC7E8}"/>
              </a:ext>
            </a:extLst>
          </p:cNvPr>
          <p:cNvSpPr/>
          <p:nvPr/>
        </p:nvSpPr>
        <p:spPr>
          <a:xfrm>
            <a:off x="18012346" y="3816545"/>
            <a:ext cx="283463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System Requirements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7CBCEA2-BD8E-FC06-6FD4-BFF69D9BBCF0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16200000" flipH="1">
            <a:off x="3586173" y="-4862564"/>
            <a:ext cx="12944494" cy="79760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46D3DE7-37A6-9261-D2A4-38AF381F0507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16200000" flipH="1">
            <a:off x="5706987" y="-6983378"/>
            <a:ext cx="11157950" cy="1043111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B6BDB51-A2EC-92C0-E520-E2AFE04F2845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16200000" flipH="1">
            <a:off x="7168365" y="-8444756"/>
            <a:ext cx="11163340" cy="1335926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03C808B9-93FC-EC42-4B37-5B78171D8641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5400000">
            <a:off x="3513523" y="1194150"/>
            <a:ext cx="783942" cy="44360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40720DE-2F0C-C69E-676B-14D5CFA53D17}"/>
              </a:ext>
            </a:extLst>
          </p:cNvPr>
          <p:cNvSpPr/>
          <p:nvPr/>
        </p:nvSpPr>
        <p:spPr>
          <a:xfrm>
            <a:off x="461524" y="3804130"/>
            <a:ext cx="2451922" cy="11569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Unified MUN Management Platform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8F477F7-C673-C01C-94F5-DD3ED0FC4491}"/>
              </a:ext>
            </a:extLst>
          </p:cNvPr>
          <p:cNvCxnSpPr>
            <a:cxnSpLocks/>
            <a:stCxn id="15" idx="2"/>
            <a:endCxn id="50" idx="1"/>
          </p:cNvCxnSpPr>
          <p:nvPr/>
        </p:nvCxnSpPr>
        <p:spPr>
          <a:xfrm rot="5400000">
            <a:off x="5879944" y="1026784"/>
            <a:ext cx="2963172" cy="13369813"/>
          </a:xfrm>
          <a:prstGeom prst="bentConnector4">
            <a:avLst>
              <a:gd name="adj1" fmla="val 44664"/>
              <a:gd name="adj2" fmla="val 1017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E0EC3D2-01EC-B178-2811-1A82721BE2BD}"/>
              </a:ext>
            </a:extLst>
          </p:cNvPr>
          <p:cNvSpPr/>
          <p:nvPr/>
        </p:nvSpPr>
        <p:spPr>
          <a:xfrm>
            <a:off x="676623" y="887707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Authentication &amp; RBAC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4FBEA6F-D983-46E4-4A88-FB30F6C21EE7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rot="5400000">
            <a:off x="-9143443" y="-7157743"/>
            <a:ext cx="14043660" cy="372462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F1D4FC8-2BE4-5233-CFF9-DC8E5A9EC311}"/>
              </a:ext>
            </a:extLst>
          </p:cNvPr>
          <p:cNvSpPr/>
          <p:nvPr/>
        </p:nvSpPr>
        <p:spPr>
          <a:xfrm>
            <a:off x="-21970707" y="1848722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Senior Secretariat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C7F3FDA-ACAF-3404-4C98-0717BCE94867}"/>
              </a:ext>
            </a:extLst>
          </p:cNvPr>
          <p:cNvCxnSpPr>
            <a:cxnSpLocks/>
            <a:stCxn id="17" idx="2"/>
            <a:endCxn id="57" idx="0"/>
          </p:cNvCxnSpPr>
          <p:nvPr/>
        </p:nvCxnSpPr>
        <p:spPr>
          <a:xfrm rot="5400000">
            <a:off x="10047745" y="5261095"/>
            <a:ext cx="10194067" cy="85697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9805CF1-91F1-FE4F-EF23-09D6056B314D}"/>
              </a:ext>
            </a:extLst>
          </p:cNvPr>
          <p:cNvSpPr/>
          <p:nvPr/>
        </p:nvSpPr>
        <p:spPr>
          <a:xfrm>
            <a:off x="9633928" y="14643017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Modern Web Browser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D366332-2ED6-98F4-1DD7-4E1ECE03D0F3}"/>
              </a:ext>
            </a:extLst>
          </p:cNvPr>
          <p:cNvSpPr/>
          <p:nvPr/>
        </p:nvSpPr>
        <p:spPr>
          <a:xfrm>
            <a:off x="3112300" y="5136982"/>
            <a:ext cx="3032104" cy="10933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Replaced Manual/Fragmented Process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DF36250-8A62-04CC-C15B-8CF8D3CF28B4}"/>
              </a:ext>
            </a:extLst>
          </p:cNvPr>
          <p:cNvSpPr/>
          <p:nvPr/>
        </p:nvSpPr>
        <p:spPr>
          <a:xfrm>
            <a:off x="6151586" y="438258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Mobile Ready PWA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139CB2E-4A0B-EA48-B23E-DDCC78436A3F}"/>
              </a:ext>
            </a:extLst>
          </p:cNvPr>
          <p:cNvSpPr/>
          <p:nvPr/>
        </p:nvSpPr>
        <p:spPr>
          <a:xfrm>
            <a:off x="9055603" y="3651538"/>
            <a:ext cx="2451922" cy="130950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Insights &amp; Automation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1046E8F-FECB-9705-D385-DD372A55AB2D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4317531" y="3331010"/>
            <a:ext cx="2116794" cy="149515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DB40A74E-62AA-C85F-A885-EA5D9C9F3268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16200000" flipH="1">
            <a:off x="6069325" y="3074366"/>
            <a:ext cx="1362400" cy="1254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487777C-D3E6-BBBE-652E-99089098881C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7886858" y="1256832"/>
            <a:ext cx="631350" cy="415806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0073CBE-1307-CC83-CE03-823F474BE431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6934431" y="2530137"/>
            <a:ext cx="3412039" cy="1081197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C85F66-3871-892C-04D3-02800C53F5B8}"/>
              </a:ext>
            </a:extLst>
          </p:cNvPr>
          <p:cNvSpPr/>
          <p:nvPr/>
        </p:nvSpPr>
        <p:spPr>
          <a:xfrm>
            <a:off x="2008502" y="964214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Dashboard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703DB1-E251-4E9B-4D89-6533BE1B50B5}"/>
              </a:ext>
            </a:extLst>
          </p:cNvPr>
          <p:cNvSpPr/>
          <p:nvPr/>
        </p:nvSpPr>
        <p:spPr>
          <a:xfrm>
            <a:off x="2521503" y="10939253"/>
            <a:ext cx="280600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Complete Finance Management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D9011B1-B155-ACD6-B631-A3536D05D23B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5400000">
            <a:off x="7155631" y="5045723"/>
            <a:ext cx="5706424" cy="80751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2CD2DD-D754-CC2C-2A79-F6ED48BC750E}"/>
              </a:ext>
            </a:extLst>
          </p:cNvPr>
          <p:cNvSpPr/>
          <p:nvPr/>
        </p:nvSpPr>
        <p:spPr>
          <a:xfrm>
            <a:off x="4745288" y="1193652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Delegation Affairs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CA605DF-5EAE-43A5-B582-C12E49EA35D9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5400000">
            <a:off x="7662371" y="5187593"/>
            <a:ext cx="5341555" cy="7426577"/>
          </a:xfrm>
          <a:prstGeom prst="bentConnector4">
            <a:avLst>
              <a:gd name="adj1" fmla="val 47040"/>
              <a:gd name="adj2" fmla="val 1030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00FC424-AF96-F98A-ABE1-D903FD9401EB}"/>
              </a:ext>
            </a:extLst>
          </p:cNvPr>
          <p:cNvSpPr/>
          <p:nvPr/>
        </p:nvSpPr>
        <p:spPr>
          <a:xfrm>
            <a:off x="6619859" y="11255456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Event Management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2106128-1476-33DE-DCCE-A9ED45EBC81E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5400000">
            <a:off x="9657346" y="5553464"/>
            <a:ext cx="3712451" cy="50657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840E7FD-FED6-DFA7-C42F-52C869FA1427}"/>
              </a:ext>
            </a:extLst>
          </p:cNvPr>
          <p:cNvSpPr/>
          <p:nvPr/>
        </p:nvSpPr>
        <p:spPr>
          <a:xfrm>
            <a:off x="7754744" y="9942555"/>
            <a:ext cx="2451922" cy="7701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Multi-Channel Communication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6BBDB6B2-91E8-8757-6815-E3940992ADE4}"/>
              </a:ext>
            </a:extLst>
          </p:cNvPr>
          <p:cNvCxnSpPr>
            <a:cxnSpLocks/>
            <a:stCxn id="15" idx="2"/>
            <a:endCxn id="55" idx="3"/>
          </p:cNvCxnSpPr>
          <p:nvPr/>
        </p:nvCxnSpPr>
        <p:spPr>
          <a:xfrm rot="5400000">
            <a:off x="11396176" y="6454046"/>
            <a:ext cx="2874202" cy="24263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16ED198-1C9F-9554-5F04-2C5761F6A8A2}"/>
              </a:ext>
            </a:extLst>
          </p:cNvPr>
          <p:cNvSpPr/>
          <p:nvPr/>
        </p:nvSpPr>
        <p:spPr>
          <a:xfrm>
            <a:off x="9168195" y="878810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Document Management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B7F51C51-1AC9-F630-9A32-1E016EB81007}"/>
              </a:ext>
            </a:extLst>
          </p:cNvPr>
          <p:cNvSpPr/>
          <p:nvPr/>
        </p:nvSpPr>
        <p:spPr>
          <a:xfrm>
            <a:off x="-20583867" y="1967346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Secretariat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87E68F8-8C59-5030-9204-03A85F373B5E}"/>
              </a:ext>
            </a:extLst>
          </p:cNvPr>
          <p:cNvSpPr/>
          <p:nvPr/>
        </p:nvSpPr>
        <p:spPr>
          <a:xfrm>
            <a:off x="-18339161" y="2054351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Explorers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3695A5-2DEA-BA6E-D99C-2DFF57AF9A5C}"/>
              </a:ext>
            </a:extLst>
          </p:cNvPr>
          <p:cNvSpPr/>
          <p:nvPr/>
        </p:nvSpPr>
        <p:spPr>
          <a:xfrm>
            <a:off x="-15887239" y="1968830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Participants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A3CD243-CB6C-C324-D1BA-9FC5CF2E568F}"/>
              </a:ext>
            </a:extLst>
          </p:cNvPr>
          <p:cNvSpPr/>
          <p:nvPr/>
        </p:nvSpPr>
        <p:spPr>
          <a:xfrm>
            <a:off x="-15233700" y="1845221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Teacher IC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D9A15CFD-7D50-D8F0-ECA7-7298F6FB1E71}"/>
              </a:ext>
            </a:extLst>
          </p:cNvPr>
          <p:cNvCxnSpPr>
            <a:cxnSpLocks/>
            <a:stCxn id="16" idx="2"/>
            <a:endCxn id="87" idx="3"/>
          </p:cNvCxnSpPr>
          <p:nvPr/>
        </p:nvCxnSpPr>
        <p:spPr>
          <a:xfrm rot="5400000">
            <a:off x="-8588267" y="-5100117"/>
            <a:ext cx="15546111" cy="3463346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9A28503-57E3-C286-85FD-848F6D141BAE}"/>
              </a:ext>
            </a:extLst>
          </p:cNvPr>
          <p:cNvCxnSpPr>
            <a:cxnSpLocks/>
            <a:stCxn id="16" idx="2"/>
            <a:endCxn id="88" idx="0"/>
          </p:cNvCxnSpPr>
          <p:nvPr/>
        </p:nvCxnSpPr>
        <p:spPr>
          <a:xfrm rot="5400000">
            <a:off x="-8355817" y="-4313823"/>
            <a:ext cx="16099955" cy="336147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653279E5-03F3-2727-C915-36481EB469D3}"/>
              </a:ext>
            </a:extLst>
          </p:cNvPr>
          <p:cNvCxnSpPr>
            <a:cxnSpLocks/>
            <a:stCxn id="16" idx="2"/>
            <a:endCxn id="89" idx="1"/>
          </p:cNvCxnSpPr>
          <p:nvPr/>
        </p:nvCxnSpPr>
        <p:spPr>
          <a:xfrm rot="5400000">
            <a:off x="-7473330" y="-3970348"/>
            <a:ext cx="15560943" cy="32388759"/>
          </a:xfrm>
          <a:prstGeom prst="bentConnector4">
            <a:avLst>
              <a:gd name="adj1" fmla="val 48984"/>
              <a:gd name="adj2" fmla="val 1007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23C878D-F932-755D-B1FA-542E5D24C3A2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5400000">
            <a:off x="-5757438" y="-3806740"/>
            <a:ext cx="14008659" cy="30509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1B87F94-4713-E36D-8B28-2DC20F349A5E}"/>
              </a:ext>
            </a:extLst>
          </p:cNvPr>
          <p:cNvSpPr/>
          <p:nvPr/>
        </p:nvSpPr>
        <p:spPr>
          <a:xfrm>
            <a:off x="17356223" y="1465807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IOS / Android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9B7B6FE-BFE0-C86E-2976-ACD1921C999D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5400000">
            <a:off x="13901361" y="9129773"/>
            <a:ext cx="10209128" cy="8474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13D097E-3A25-4557-011B-372EF3D499DA}"/>
              </a:ext>
            </a:extLst>
          </p:cNvPr>
          <p:cNvSpPr/>
          <p:nvPr/>
        </p:nvSpPr>
        <p:spPr>
          <a:xfrm>
            <a:off x="13495074" y="1551153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Windows / MAC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2F49B4E-6CE7-85DC-03CA-192BAEDB284B}"/>
              </a:ext>
            </a:extLst>
          </p:cNvPr>
          <p:cNvCxnSpPr>
            <a:cxnSpLocks/>
            <a:stCxn id="17" idx="2"/>
            <a:endCxn id="51" idx="0"/>
          </p:cNvCxnSpPr>
          <p:nvPr/>
        </p:nvCxnSpPr>
        <p:spPr>
          <a:xfrm rot="5400000">
            <a:off x="11544059" y="7625927"/>
            <a:ext cx="11062585" cy="47086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3F2686-F83B-FDF8-8B3A-37033366409A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F7842D-609E-102D-060D-A91343C77D4A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5876D0D5-B0C0-B4C4-62C3-E876E43EA9EA}"/>
              </a:ext>
            </a:extLst>
          </p:cNvPr>
          <p:cNvCxnSpPr>
            <a:cxnSpLocks/>
            <a:stCxn id="15" idx="2"/>
            <a:endCxn id="29" idx="3"/>
          </p:cNvCxnSpPr>
          <p:nvPr/>
        </p:nvCxnSpPr>
        <p:spPr>
          <a:xfrm rot="5400000">
            <a:off x="7174298" y="4383318"/>
            <a:ext cx="5025352" cy="87189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4492917C-E538-BA95-56EF-107B1223EB40}"/>
              </a:ext>
            </a:extLst>
          </p:cNvPr>
          <p:cNvSpPr/>
          <p:nvPr/>
        </p:nvSpPr>
        <p:spPr>
          <a:xfrm>
            <a:off x="11369961" y="155964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2ED395-787E-82A3-E5CC-3C0EEC77B970}"/>
              </a:ext>
            </a:extLst>
          </p:cNvPr>
          <p:cNvSpPr txBox="1"/>
          <p:nvPr/>
        </p:nvSpPr>
        <p:spPr>
          <a:xfrm>
            <a:off x="11381993" y="2041866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2.3 / 2.8</a:t>
            </a:r>
          </a:p>
        </p:txBody>
      </p:sp>
    </p:spTree>
    <p:extLst>
      <p:ext uri="{BB962C8B-B14F-4D97-AF65-F5344CB8AC3E}">
        <p14:creationId xmlns:p14="http://schemas.microsoft.com/office/powerpoint/2010/main" val="3533234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C662E-4CDA-CD10-34AE-3614662A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8C055-B3DC-9548-2F29-8215614C9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D9A8F-A4EF-56DE-8251-B154BC845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FCBBAA06-0270-4435-9CB2-C5F3FB4F9629}"/>
              </a:ext>
            </a:extLst>
          </p:cNvPr>
          <p:cNvSpPr txBox="1">
            <a:spLocks/>
          </p:cNvSpPr>
          <p:nvPr/>
        </p:nvSpPr>
        <p:spPr>
          <a:xfrm>
            <a:off x="-33583913" y="1594636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0A0A90-A98D-47CF-1179-B1339C086012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563FD-FCA9-3273-8426-B1CDA9BDB945}"/>
              </a:ext>
            </a:extLst>
          </p:cNvPr>
          <p:cNvSpPr txBox="1"/>
          <p:nvPr/>
        </p:nvSpPr>
        <p:spPr>
          <a:xfrm>
            <a:off x="-32326480" y="18407403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2C60BB-C6B2-7D9E-A953-BF3FCF2046B1}"/>
              </a:ext>
            </a:extLst>
          </p:cNvPr>
          <p:cNvSpPr/>
          <p:nvPr/>
        </p:nvSpPr>
        <p:spPr>
          <a:xfrm>
            <a:off x="3435218" y="-8253361"/>
            <a:ext cx="5270373" cy="9065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S3CNS </a:t>
            </a:r>
          </a:p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(SECMUN Secretariat Next Gen System)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BE391CA-9526-CA42-2979-B2F4861E2271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5400000">
            <a:off x="-6252601" y="-12403097"/>
            <a:ext cx="7266705" cy="1737930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046573-C562-5F3A-0917-7D1CD02AD719}"/>
              </a:ext>
            </a:extLst>
          </p:cNvPr>
          <p:cNvSpPr/>
          <p:nvPr/>
        </p:nvSpPr>
        <p:spPr>
          <a:xfrm>
            <a:off x="-12534865" y="-8009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Core Purpose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FE18B-F239-3A0B-0B67-CD882B56476A}"/>
              </a:ext>
            </a:extLst>
          </p:cNvPr>
          <p:cNvSpPr/>
          <p:nvPr/>
        </p:nvSpPr>
        <p:spPr>
          <a:xfrm>
            <a:off x="4844443" y="191122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Key Features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92D963-12F0-19E6-FDEC-1228E4C12B74}"/>
              </a:ext>
            </a:extLst>
          </p:cNvPr>
          <p:cNvSpPr/>
          <p:nvPr/>
        </p:nvSpPr>
        <p:spPr>
          <a:xfrm>
            <a:off x="15275559" y="381115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User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2CBB17-A73B-C871-ECC0-4966F9451058}"/>
              </a:ext>
            </a:extLst>
          </p:cNvPr>
          <p:cNvSpPr/>
          <p:nvPr/>
        </p:nvSpPr>
        <p:spPr>
          <a:xfrm>
            <a:off x="18012346" y="3816545"/>
            <a:ext cx="283463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System Requirements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0C8DE58-CCCA-B75D-8CBF-0C44A3447E07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1441393" y="-2717783"/>
            <a:ext cx="9258024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FF33DC3-DFB1-574D-3B5E-C7AB6D1EB07B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16200000" flipH="1">
            <a:off x="5706987" y="-6983378"/>
            <a:ext cx="11157950" cy="1043111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E9A5D32-D6C9-8C62-3AE9-1BF41D55D106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16200000" flipH="1">
            <a:off x="7168365" y="-8444756"/>
            <a:ext cx="11163340" cy="1335926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0D38D536-D29D-5A1B-075F-45BA0FA0E6E7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5400000">
            <a:off x="-13918884" y="-1273723"/>
            <a:ext cx="783942" cy="44360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07CC593-4F00-FFA2-2598-75BB5763774F}"/>
              </a:ext>
            </a:extLst>
          </p:cNvPr>
          <p:cNvSpPr/>
          <p:nvPr/>
        </p:nvSpPr>
        <p:spPr>
          <a:xfrm>
            <a:off x="-16970883" y="1336257"/>
            <a:ext cx="2451922" cy="11569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Unified MUN Management Platform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6F30C4B-8B2A-E6CE-2ECA-268F4A7966A0}"/>
              </a:ext>
            </a:extLst>
          </p:cNvPr>
          <p:cNvCxnSpPr>
            <a:cxnSpLocks/>
            <a:stCxn id="15" idx="2"/>
            <a:endCxn id="50" idx="1"/>
          </p:cNvCxnSpPr>
          <p:nvPr/>
        </p:nvCxnSpPr>
        <p:spPr>
          <a:xfrm rot="5400000">
            <a:off x="3093112" y="245460"/>
            <a:ext cx="679118" cy="5275466"/>
          </a:xfrm>
          <a:prstGeom prst="bentConnector4">
            <a:avLst>
              <a:gd name="adj1" fmla="val 26720"/>
              <a:gd name="adj2" fmla="val 104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79B1F63-B543-9D06-87AD-921EE13C6348}"/>
              </a:ext>
            </a:extLst>
          </p:cNvPr>
          <p:cNvSpPr/>
          <p:nvPr/>
        </p:nvSpPr>
        <p:spPr>
          <a:xfrm>
            <a:off x="794938" y="290654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Authentication &amp; RBAC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90AA9192-42DA-3E2E-EBFD-36DE693B9A3A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rot="5400000">
            <a:off x="-9143443" y="-7157743"/>
            <a:ext cx="14043660" cy="372462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B3E3FF6-FADD-F6E4-2B62-A77B23772E44}"/>
              </a:ext>
            </a:extLst>
          </p:cNvPr>
          <p:cNvSpPr/>
          <p:nvPr/>
        </p:nvSpPr>
        <p:spPr>
          <a:xfrm>
            <a:off x="-21970707" y="1848722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Senior Secretariat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C332BD1-885C-EB55-643E-F5D5CFEA9A55}"/>
              </a:ext>
            </a:extLst>
          </p:cNvPr>
          <p:cNvCxnSpPr>
            <a:cxnSpLocks/>
            <a:stCxn id="17" idx="2"/>
            <a:endCxn id="57" idx="0"/>
          </p:cNvCxnSpPr>
          <p:nvPr/>
        </p:nvCxnSpPr>
        <p:spPr>
          <a:xfrm rot="5400000">
            <a:off x="10047745" y="5261095"/>
            <a:ext cx="10194067" cy="85697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AD8F389-DBC3-EF7D-6B67-6A9E5845AA48}"/>
              </a:ext>
            </a:extLst>
          </p:cNvPr>
          <p:cNvSpPr/>
          <p:nvPr/>
        </p:nvSpPr>
        <p:spPr>
          <a:xfrm>
            <a:off x="9633928" y="14643017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Modern Web Browser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7871CCC-88AD-97F6-F7E8-FEE01B48BAB7}"/>
              </a:ext>
            </a:extLst>
          </p:cNvPr>
          <p:cNvSpPr/>
          <p:nvPr/>
        </p:nvSpPr>
        <p:spPr>
          <a:xfrm>
            <a:off x="-14320107" y="2669109"/>
            <a:ext cx="3032104" cy="10933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Replaced Manual/Fragmented Process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B971CB-61A7-06A0-F3F3-5709C6763270}"/>
              </a:ext>
            </a:extLst>
          </p:cNvPr>
          <p:cNvSpPr/>
          <p:nvPr/>
        </p:nvSpPr>
        <p:spPr>
          <a:xfrm>
            <a:off x="-11280821" y="191471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Mobile Ready PWA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D3BD8AE-EB88-17E8-7B0D-FDA7F059A21D}"/>
              </a:ext>
            </a:extLst>
          </p:cNvPr>
          <p:cNvSpPr/>
          <p:nvPr/>
        </p:nvSpPr>
        <p:spPr>
          <a:xfrm>
            <a:off x="-8376804" y="1183665"/>
            <a:ext cx="2451922" cy="130950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Insights &amp; Automation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2F57B8B-5FFB-067B-E2BE-F1491B5DFE3D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-13114876" y="863137"/>
            <a:ext cx="2116794" cy="149515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0E6BF25-A9E7-4ED3-42DA-817C4BE5EC9D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16200000" flipH="1">
            <a:off x="-11363082" y="606493"/>
            <a:ext cx="1362400" cy="12540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2EAECDF-14EF-5F77-E556-929DC3E5C57F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-9545549" y="-1211041"/>
            <a:ext cx="631350" cy="415806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607536D-0D9B-8651-287E-AF34FE927EE1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4147599" y="1748813"/>
            <a:ext cx="1127985" cy="27176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43A0D3-6FA0-B6B7-38F8-7E35A7DF2856}"/>
              </a:ext>
            </a:extLst>
          </p:cNvPr>
          <p:cNvSpPr/>
          <p:nvPr/>
        </p:nvSpPr>
        <p:spPr>
          <a:xfrm>
            <a:off x="2126817" y="367161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Dashboard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20C7B3D-4582-8CA9-99D8-C1C28FFD67ED}"/>
              </a:ext>
            </a:extLst>
          </p:cNvPr>
          <p:cNvSpPr/>
          <p:nvPr/>
        </p:nvSpPr>
        <p:spPr>
          <a:xfrm>
            <a:off x="2639818" y="4968729"/>
            <a:ext cx="280600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Complete Finance Management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3CA47B7-0D75-8E37-B2C8-8533F864BE6B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16200000" flipH="1">
            <a:off x="4368799" y="4245239"/>
            <a:ext cx="3422370" cy="1916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239E0D0-258E-A4E5-B8F9-2352C08A7C19}"/>
              </a:ext>
            </a:extLst>
          </p:cNvPr>
          <p:cNvSpPr/>
          <p:nvPr/>
        </p:nvSpPr>
        <p:spPr>
          <a:xfrm>
            <a:off x="4863603" y="5966004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Delegation Affairs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CA735C8-FCE4-048C-88B1-77DE643FF179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16200000" flipH="1">
            <a:off x="4875539" y="3738499"/>
            <a:ext cx="3057501" cy="6677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19D7439-8093-C319-AE40-F66ADA354540}"/>
              </a:ext>
            </a:extLst>
          </p:cNvPr>
          <p:cNvSpPr/>
          <p:nvPr/>
        </p:nvSpPr>
        <p:spPr>
          <a:xfrm>
            <a:off x="6738174" y="5284932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Event Management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D341C37-3A75-6661-1607-63755756AEB2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16200000" flipH="1">
            <a:off x="6870514" y="1743524"/>
            <a:ext cx="1428397" cy="302861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5CA470E-4161-3EEC-2356-DE1BBAA16476}"/>
              </a:ext>
            </a:extLst>
          </p:cNvPr>
          <p:cNvSpPr/>
          <p:nvPr/>
        </p:nvSpPr>
        <p:spPr>
          <a:xfrm>
            <a:off x="7873059" y="3972031"/>
            <a:ext cx="2451922" cy="7701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Multi-Channel Communication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B60EFFD-A9F3-49FD-8C2F-E0C308EAFECA}"/>
              </a:ext>
            </a:extLst>
          </p:cNvPr>
          <p:cNvCxnSpPr>
            <a:cxnSpLocks/>
            <a:stCxn id="15" idx="2"/>
            <a:endCxn id="55" idx="3"/>
          </p:cNvCxnSpPr>
          <p:nvPr/>
        </p:nvCxnSpPr>
        <p:spPr>
          <a:xfrm rot="16200000" flipH="1">
            <a:off x="8609344" y="4694"/>
            <a:ext cx="590148" cy="5668028"/>
          </a:xfrm>
          <a:prstGeom prst="bentConnector4">
            <a:avLst>
              <a:gd name="adj1" fmla="val 23210"/>
              <a:gd name="adj2" fmla="val 1040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E3875F8-4131-7D5C-2FD4-60B8A69ED054}"/>
              </a:ext>
            </a:extLst>
          </p:cNvPr>
          <p:cNvSpPr/>
          <p:nvPr/>
        </p:nvSpPr>
        <p:spPr>
          <a:xfrm>
            <a:off x="9286510" y="281757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Document Management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D26B87F-2243-EEB3-7B9E-8D70F307FED0}"/>
              </a:ext>
            </a:extLst>
          </p:cNvPr>
          <p:cNvSpPr/>
          <p:nvPr/>
        </p:nvSpPr>
        <p:spPr>
          <a:xfrm>
            <a:off x="-20583867" y="1967346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Secretariat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64ABA4FA-16B7-D837-8AEC-26468942F52D}"/>
              </a:ext>
            </a:extLst>
          </p:cNvPr>
          <p:cNvSpPr/>
          <p:nvPr/>
        </p:nvSpPr>
        <p:spPr>
          <a:xfrm>
            <a:off x="-18339161" y="2054351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Explorers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D311F63D-DCF7-91B8-172E-9F40EED14119}"/>
              </a:ext>
            </a:extLst>
          </p:cNvPr>
          <p:cNvSpPr/>
          <p:nvPr/>
        </p:nvSpPr>
        <p:spPr>
          <a:xfrm>
            <a:off x="-15887239" y="1968830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Participants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D98D6F3-3EC9-7E62-6E67-9E28CB45B014}"/>
              </a:ext>
            </a:extLst>
          </p:cNvPr>
          <p:cNvSpPr/>
          <p:nvPr/>
        </p:nvSpPr>
        <p:spPr>
          <a:xfrm>
            <a:off x="-15233700" y="1845221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Teacher IC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40B6E8EB-EBF7-6090-A6BA-6CDFB5AD0AA1}"/>
              </a:ext>
            </a:extLst>
          </p:cNvPr>
          <p:cNvCxnSpPr>
            <a:cxnSpLocks/>
            <a:stCxn id="16" idx="2"/>
            <a:endCxn id="87" idx="3"/>
          </p:cNvCxnSpPr>
          <p:nvPr/>
        </p:nvCxnSpPr>
        <p:spPr>
          <a:xfrm rot="5400000">
            <a:off x="-8588267" y="-5100117"/>
            <a:ext cx="15546111" cy="3463346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69CE4C09-D661-BAA6-BC05-EA27E2C4686F}"/>
              </a:ext>
            </a:extLst>
          </p:cNvPr>
          <p:cNvCxnSpPr>
            <a:cxnSpLocks/>
            <a:stCxn id="16" idx="2"/>
            <a:endCxn id="88" idx="0"/>
          </p:cNvCxnSpPr>
          <p:nvPr/>
        </p:nvCxnSpPr>
        <p:spPr>
          <a:xfrm rot="5400000">
            <a:off x="-8355817" y="-4313823"/>
            <a:ext cx="16099955" cy="336147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5B523B4-A97E-73E8-92E0-423491F01C3E}"/>
              </a:ext>
            </a:extLst>
          </p:cNvPr>
          <p:cNvCxnSpPr>
            <a:cxnSpLocks/>
            <a:stCxn id="16" idx="2"/>
            <a:endCxn id="89" idx="1"/>
          </p:cNvCxnSpPr>
          <p:nvPr/>
        </p:nvCxnSpPr>
        <p:spPr>
          <a:xfrm rot="5400000">
            <a:off x="-7473330" y="-3970348"/>
            <a:ext cx="15560943" cy="32388759"/>
          </a:xfrm>
          <a:prstGeom prst="bentConnector4">
            <a:avLst>
              <a:gd name="adj1" fmla="val 48984"/>
              <a:gd name="adj2" fmla="val 1007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3F16FED9-6D16-4A3A-640C-E2A97ECB16EA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5400000">
            <a:off x="-5757438" y="-3806740"/>
            <a:ext cx="14008659" cy="305092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514DBCE-2185-5AF3-9E8F-86D7201D1753}"/>
              </a:ext>
            </a:extLst>
          </p:cNvPr>
          <p:cNvSpPr/>
          <p:nvPr/>
        </p:nvSpPr>
        <p:spPr>
          <a:xfrm>
            <a:off x="17356223" y="1465807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IOS / Android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3041702-0551-0B54-9C53-AFB9FE15D89F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5400000">
            <a:off x="13901361" y="9129773"/>
            <a:ext cx="10209128" cy="8474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8C77116-588B-CDEF-BBD6-7449F909BD8D}"/>
              </a:ext>
            </a:extLst>
          </p:cNvPr>
          <p:cNvSpPr/>
          <p:nvPr/>
        </p:nvSpPr>
        <p:spPr>
          <a:xfrm>
            <a:off x="13495074" y="1551153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Windows / MAC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8D63C50-2F3D-0886-AEA1-45653001EB99}"/>
              </a:ext>
            </a:extLst>
          </p:cNvPr>
          <p:cNvCxnSpPr>
            <a:cxnSpLocks/>
            <a:stCxn id="17" idx="2"/>
            <a:endCxn id="51" idx="0"/>
          </p:cNvCxnSpPr>
          <p:nvPr/>
        </p:nvCxnSpPr>
        <p:spPr>
          <a:xfrm rot="5400000">
            <a:off x="11544059" y="7625927"/>
            <a:ext cx="11062585" cy="47086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3C8AB3-1C85-7E30-BDF4-A0CDF98AD76A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630E61E-9DC9-465F-FBE6-782E7F5C0317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84144E5D-92CD-6F03-F9D1-3BE3E6EF17F5}"/>
              </a:ext>
            </a:extLst>
          </p:cNvPr>
          <p:cNvCxnSpPr>
            <a:cxnSpLocks/>
            <a:stCxn id="15" idx="2"/>
            <a:endCxn id="29" idx="3"/>
          </p:cNvCxnSpPr>
          <p:nvPr/>
        </p:nvCxnSpPr>
        <p:spPr>
          <a:xfrm rot="5400000">
            <a:off x="4387467" y="3601995"/>
            <a:ext cx="2741298" cy="6245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13F2342-BA84-E831-1DB5-506D9DCE1515}"/>
              </a:ext>
            </a:extLst>
          </p:cNvPr>
          <p:cNvSpPr/>
          <p:nvPr/>
        </p:nvSpPr>
        <p:spPr>
          <a:xfrm>
            <a:off x="8123841" y="-863516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B86D1-F122-2AC9-4B4F-53008358059E}"/>
              </a:ext>
            </a:extLst>
          </p:cNvPr>
          <p:cNvSpPr txBox="1"/>
          <p:nvPr/>
        </p:nvSpPr>
        <p:spPr>
          <a:xfrm>
            <a:off x="8505156" y="11549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3639979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081D-7A86-3ECA-D916-F28FB2C4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F3A32E-1336-A637-D4B9-2BCCA1D98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5BE52-2F0E-4E55-9231-37DC5DE1C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35E827-4EC6-B391-0BF3-3E4AEA2C77A3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C632B4-EE84-EA30-B434-A21EAD2B16EB}"/>
              </a:ext>
            </a:extLst>
          </p:cNvPr>
          <p:cNvSpPr/>
          <p:nvPr/>
        </p:nvSpPr>
        <p:spPr>
          <a:xfrm>
            <a:off x="3414057" y="-3991359"/>
            <a:ext cx="5270373" cy="9065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S3CNS </a:t>
            </a:r>
          </a:p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(SECMUN Secretariat Next Gen System)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468754B-96C2-2031-515B-4938A8EF7738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5400000">
            <a:off x="-12567459" y="-16374402"/>
            <a:ext cx="5327094" cy="319063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F5861F-B21E-45FB-D354-751C2C988F34}"/>
              </a:ext>
            </a:extLst>
          </p:cNvPr>
          <p:cNvSpPr/>
          <p:nvPr/>
        </p:nvSpPr>
        <p:spPr>
          <a:xfrm>
            <a:off x="-27083029" y="2242301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Core Purpose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5D7D11-24C4-C654-A669-68424E57F997}"/>
              </a:ext>
            </a:extLst>
          </p:cNvPr>
          <p:cNvSpPr/>
          <p:nvPr/>
        </p:nvSpPr>
        <p:spPr>
          <a:xfrm>
            <a:off x="-12256946" y="192419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Key Features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981486-8C3C-0560-101B-85B36DCF2257}"/>
              </a:ext>
            </a:extLst>
          </p:cNvPr>
          <p:cNvSpPr/>
          <p:nvPr/>
        </p:nvSpPr>
        <p:spPr>
          <a:xfrm>
            <a:off x="4777745" y="182804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User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1FE079-28D5-ECBF-E84C-D05378EA0496}"/>
              </a:ext>
            </a:extLst>
          </p:cNvPr>
          <p:cNvSpPr/>
          <p:nvPr/>
        </p:nvSpPr>
        <p:spPr>
          <a:xfrm>
            <a:off x="20728364" y="1806016"/>
            <a:ext cx="283463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System Requirements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3268A32-33C0-BC7C-8A39-6D5BAFB9AF69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-4995363" y="-9120414"/>
            <a:ext cx="5008986" cy="170802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86B3A89-9F46-6B40-C7F0-16A5E65677D4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5400000">
            <a:off x="3570059" y="-651146"/>
            <a:ext cx="4912833" cy="4553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4A1CA5E-2797-F5E4-03E3-F5A722CF71C1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16200000" flipH="1">
            <a:off x="11652060" y="-8687609"/>
            <a:ext cx="4890809" cy="160964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DEA7F3B-4DD2-1DED-6C59-6B130978845D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5400000">
            <a:off x="-28395377" y="1342025"/>
            <a:ext cx="1005629" cy="407099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D5D5BC3-8C99-A9DD-51A8-82D8DA22CCC9}"/>
              </a:ext>
            </a:extLst>
          </p:cNvPr>
          <p:cNvSpPr/>
          <p:nvPr/>
        </p:nvSpPr>
        <p:spPr>
          <a:xfrm>
            <a:off x="-31154020" y="3880335"/>
            <a:ext cx="2451922" cy="11569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Unified MUN Management Platform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7C6D5F5-C343-4515-5C38-A91DAB962C0A}"/>
              </a:ext>
            </a:extLst>
          </p:cNvPr>
          <p:cNvCxnSpPr>
            <a:cxnSpLocks/>
            <a:stCxn id="15" idx="2"/>
            <a:endCxn id="50" idx="1"/>
          </p:cNvCxnSpPr>
          <p:nvPr/>
        </p:nvCxnSpPr>
        <p:spPr>
          <a:xfrm rot="5400000">
            <a:off x="-14249295" y="475412"/>
            <a:ext cx="1137125" cy="5299497"/>
          </a:xfrm>
          <a:prstGeom prst="bentConnector4">
            <a:avLst>
              <a:gd name="adj1" fmla="val 36096"/>
              <a:gd name="adj2" fmla="val 1043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C7C4C53-CBA3-18E9-423E-6FB343BCECF9}"/>
              </a:ext>
            </a:extLst>
          </p:cNvPr>
          <p:cNvSpPr/>
          <p:nvPr/>
        </p:nvSpPr>
        <p:spPr>
          <a:xfrm>
            <a:off x="-16330482" y="337752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Authentication &amp; RBAC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94FF965D-7D28-0555-B620-569218EE7966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rot="5400000">
            <a:off x="3645099" y="1176192"/>
            <a:ext cx="1074355" cy="364286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0D154C7-8340-6017-2676-BACF8D72AE33}"/>
              </a:ext>
            </a:extLst>
          </p:cNvPr>
          <p:cNvSpPr/>
          <p:nvPr/>
        </p:nvSpPr>
        <p:spPr>
          <a:xfrm>
            <a:off x="1134885" y="353480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Senior Secretariat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12A214-8E1E-2E29-633D-4148EE052CA7}"/>
              </a:ext>
            </a:extLst>
          </p:cNvPr>
          <p:cNvSpPr/>
          <p:nvPr/>
        </p:nvSpPr>
        <p:spPr>
          <a:xfrm>
            <a:off x="-28503244" y="5213187"/>
            <a:ext cx="3032104" cy="10933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Replaced Manual/Fragmented Process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75E21DD-57DC-3899-1F5D-16DF201A4C73}"/>
              </a:ext>
            </a:extLst>
          </p:cNvPr>
          <p:cNvSpPr/>
          <p:nvPr/>
        </p:nvSpPr>
        <p:spPr>
          <a:xfrm>
            <a:off x="-25463958" y="445879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Mobile Ready PWA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9D15191-A004-E2B0-4F5D-9027D397295F}"/>
              </a:ext>
            </a:extLst>
          </p:cNvPr>
          <p:cNvSpPr/>
          <p:nvPr/>
        </p:nvSpPr>
        <p:spPr>
          <a:xfrm>
            <a:off x="-22559941" y="3727743"/>
            <a:ext cx="2451922" cy="130950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Insights &amp; Automation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8E5B19D-64A7-6F3D-6435-2E5B7F62D2AB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-27591370" y="3478884"/>
            <a:ext cx="2338481" cy="11301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DF5B0FE-334F-C431-E2D6-6874EAD6EDF3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16200000" flipH="1">
            <a:off x="-25839576" y="2857213"/>
            <a:ext cx="1584087" cy="161907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0517DFD-8514-D6B9-91F4-F3ECEA3A4822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-24022042" y="1039680"/>
            <a:ext cx="853037" cy="45230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2C82521-B01A-0B58-58F2-970A1C45F290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-13194809" y="1978766"/>
            <a:ext cx="1585992" cy="27416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A4FFF5-04B7-83C4-D172-54A92FF0873D}"/>
              </a:ext>
            </a:extLst>
          </p:cNvPr>
          <p:cNvSpPr/>
          <p:nvPr/>
        </p:nvSpPr>
        <p:spPr>
          <a:xfrm>
            <a:off x="-14998603" y="414259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Dashboard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E6C357F-D080-432C-F26B-7388D9411EC7}"/>
              </a:ext>
            </a:extLst>
          </p:cNvPr>
          <p:cNvCxnSpPr>
            <a:cxnSpLocks/>
            <a:stCxn id="15" idx="2"/>
            <a:endCxn id="29" idx="3"/>
          </p:cNvCxnSpPr>
          <p:nvPr/>
        </p:nvCxnSpPr>
        <p:spPr>
          <a:xfrm rot="5400000">
            <a:off x="-12954941" y="3831946"/>
            <a:ext cx="3199305" cy="64860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8EE3B6-F414-CCA7-0EE8-765032154487}"/>
              </a:ext>
            </a:extLst>
          </p:cNvPr>
          <p:cNvSpPr/>
          <p:nvPr/>
        </p:nvSpPr>
        <p:spPr>
          <a:xfrm>
            <a:off x="-14485602" y="5439700"/>
            <a:ext cx="280600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Complete Finance Management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69C70FC-BC68-A309-CAE1-E082F0FAA82A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5400000">
            <a:off x="-12973608" y="4494351"/>
            <a:ext cx="3880377" cy="487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A77D83E-F447-E477-DCC5-F907D84812DE}"/>
              </a:ext>
            </a:extLst>
          </p:cNvPr>
          <p:cNvSpPr/>
          <p:nvPr/>
        </p:nvSpPr>
        <p:spPr>
          <a:xfrm>
            <a:off x="-12261817" y="643697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Delegation Affairs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362F368-32B2-1647-71C9-AC81DB5CC7ED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16200000" flipH="1">
            <a:off x="-12466870" y="3992482"/>
            <a:ext cx="3515508" cy="6437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01EB5B4-9290-2477-6C9F-8F5AC3BA629B}"/>
              </a:ext>
            </a:extLst>
          </p:cNvPr>
          <p:cNvSpPr/>
          <p:nvPr/>
        </p:nvSpPr>
        <p:spPr>
          <a:xfrm>
            <a:off x="-10387246" y="575590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Event Management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54FF4EF-9AF1-1F38-2825-65910C44EC5B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16200000" flipH="1">
            <a:off x="-10471895" y="1997507"/>
            <a:ext cx="1886404" cy="300458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500B4E6-63D4-3C3D-E496-5EF40D0B0F26}"/>
              </a:ext>
            </a:extLst>
          </p:cNvPr>
          <p:cNvSpPr/>
          <p:nvPr/>
        </p:nvSpPr>
        <p:spPr>
          <a:xfrm>
            <a:off x="-9252361" y="4443002"/>
            <a:ext cx="2451922" cy="7701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Multi-Channel Communication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8D1F7C4-196C-9C27-A313-DCF4B8D51950}"/>
              </a:ext>
            </a:extLst>
          </p:cNvPr>
          <p:cNvCxnSpPr>
            <a:cxnSpLocks/>
            <a:stCxn id="15" idx="2"/>
            <a:endCxn id="55" idx="3"/>
          </p:cNvCxnSpPr>
          <p:nvPr/>
        </p:nvCxnSpPr>
        <p:spPr>
          <a:xfrm rot="16200000" flipH="1">
            <a:off x="-8733064" y="258676"/>
            <a:ext cx="1048155" cy="5643997"/>
          </a:xfrm>
          <a:prstGeom prst="bentConnector4">
            <a:avLst>
              <a:gd name="adj1" fmla="val 34916"/>
              <a:gd name="adj2" fmla="val 1040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4600462-6704-39D6-107A-C898408520BC}"/>
              </a:ext>
            </a:extLst>
          </p:cNvPr>
          <p:cNvSpPr/>
          <p:nvPr/>
        </p:nvSpPr>
        <p:spPr>
          <a:xfrm>
            <a:off x="-7838910" y="328855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Document Management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40A7F74-06B8-DABA-C732-7156E07657C1}"/>
              </a:ext>
            </a:extLst>
          </p:cNvPr>
          <p:cNvSpPr/>
          <p:nvPr/>
        </p:nvSpPr>
        <p:spPr>
          <a:xfrm>
            <a:off x="2521725" y="472104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Secretariat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6AC403B-2736-4C93-185B-782D49BE3615}"/>
              </a:ext>
            </a:extLst>
          </p:cNvPr>
          <p:cNvSpPr/>
          <p:nvPr/>
        </p:nvSpPr>
        <p:spPr>
          <a:xfrm>
            <a:off x="4766431" y="559109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Explorers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4324E2F-28A2-DF94-94B4-A1E2252AE4E4}"/>
              </a:ext>
            </a:extLst>
          </p:cNvPr>
          <p:cNvSpPr/>
          <p:nvPr/>
        </p:nvSpPr>
        <p:spPr>
          <a:xfrm>
            <a:off x="7218353" y="473588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Participants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86CC9D2-E943-307F-30B5-C7A89E33A8E1}"/>
              </a:ext>
            </a:extLst>
          </p:cNvPr>
          <p:cNvSpPr/>
          <p:nvPr/>
        </p:nvSpPr>
        <p:spPr>
          <a:xfrm>
            <a:off x="7871892" y="349979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Teacher IC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0962852-2936-A5ED-15BC-DB1BA0E5DEFA}"/>
              </a:ext>
            </a:extLst>
          </p:cNvPr>
          <p:cNvCxnSpPr>
            <a:cxnSpLocks/>
            <a:stCxn id="16" idx="2"/>
            <a:endCxn id="87" idx="3"/>
          </p:cNvCxnSpPr>
          <p:nvPr/>
        </p:nvCxnSpPr>
        <p:spPr>
          <a:xfrm rot="5400000">
            <a:off x="4200274" y="3233819"/>
            <a:ext cx="2576806" cy="103005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50EEBD8-9F56-694B-3F78-76CD3D2C3DBB}"/>
              </a:ext>
            </a:extLst>
          </p:cNvPr>
          <p:cNvCxnSpPr>
            <a:cxnSpLocks/>
            <a:stCxn id="16" idx="2"/>
            <a:endCxn id="88" idx="0"/>
          </p:cNvCxnSpPr>
          <p:nvPr/>
        </p:nvCxnSpPr>
        <p:spPr>
          <a:xfrm rot="5400000">
            <a:off x="4432724" y="4020113"/>
            <a:ext cx="3130650" cy="113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C24303BC-A775-9A24-9BF9-0E911643BD4D}"/>
              </a:ext>
            </a:extLst>
          </p:cNvPr>
          <p:cNvCxnSpPr>
            <a:cxnSpLocks/>
            <a:stCxn id="16" idx="2"/>
            <a:endCxn id="89" idx="1"/>
          </p:cNvCxnSpPr>
          <p:nvPr/>
        </p:nvCxnSpPr>
        <p:spPr>
          <a:xfrm rot="16200000" flipH="1">
            <a:off x="5315210" y="3148940"/>
            <a:ext cx="2591638" cy="12146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BC44E228-2C01-120C-0D57-F4E70CC35F0C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16200000" flipH="1">
            <a:off x="7031102" y="1433048"/>
            <a:ext cx="1039354" cy="30941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7ADE25D-A3A3-6B74-B881-D6828C3B6E9C}"/>
              </a:ext>
            </a:extLst>
          </p:cNvPr>
          <p:cNvCxnSpPr>
            <a:cxnSpLocks/>
            <a:stCxn id="17" idx="2"/>
            <a:endCxn id="11" idx="0"/>
          </p:cNvCxnSpPr>
          <p:nvPr/>
        </p:nvCxnSpPr>
        <p:spPr>
          <a:xfrm rot="5400000">
            <a:off x="13137797" y="2067456"/>
            <a:ext cx="8636923" cy="937885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CD8730-12DA-8A87-D61D-3170642F0E21}"/>
              </a:ext>
            </a:extLst>
          </p:cNvPr>
          <p:cNvSpPr/>
          <p:nvPr/>
        </p:nvSpPr>
        <p:spPr>
          <a:xfrm>
            <a:off x="11540870" y="11075344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Modern Web Browser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78898E-13F0-B816-9FCB-9C51156B241D}"/>
              </a:ext>
            </a:extLst>
          </p:cNvPr>
          <p:cNvSpPr/>
          <p:nvPr/>
        </p:nvSpPr>
        <p:spPr>
          <a:xfrm>
            <a:off x="18037203" y="901776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IOS / Android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E64B69F-E477-BBA1-39CF-28F434EDB7A4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 rot="5400000">
            <a:off x="17414752" y="4286833"/>
            <a:ext cx="6579344" cy="28825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40F4F1-9558-2620-8C3F-B876EA3CBB3F}"/>
              </a:ext>
            </a:extLst>
          </p:cNvPr>
          <p:cNvSpPr/>
          <p:nvPr/>
        </p:nvSpPr>
        <p:spPr>
          <a:xfrm>
            <a:off x="14176054" y="9871222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Windows / MAC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74EB1E2-CF45-2853-8D9D-08B4A3912197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rot="5400000">
            <a:off x="15057450" y="2782987"/>
            <a:ext cx="7432801" cy="67436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9F708B53-69DA-BBA4-95D4-906EA54CC015}"/>
              </a:ext>
            </a:extLst>
          </p:cNvPr>
          <p:cNvSpPr/>
          <p:nvPr/>
        </p:nvSpPr>
        <p:spPr>
          <a:xfrm>
            <a:off x="6401721" y="-863516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D5AF45-B6C9-C991-B5C1-8351C4CE5CB2}"/>
              </a:ext>
            </a:extLst>
          </p:cNvPr>
          <p:cNvSpPr txBox="1"/>
          <p:nvPr/>
        </p:nvSpPr>
        <p:spPr>
          <a:xfrm>
            <a:off x="6783036" y="11549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2.5 / 2.8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B8B122-34D0-5A1A-32E9-0281396D9BB1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1" name="Title 6">
            <a:extLst>
              <a:ext uri="{FF2B5EF4-FFF2-40B4-BE49-F238E27FC236}">
                <a16:creationId xmlns:a16="http://schemas.microsoft.com/office/drawing/2014/main" id="{522BE2EF-6918-864B-59D2-A2768956D5C0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</p:spTree>
    <p:extLst>
      <p:ext uri="{BB962C8B-B14F-4D97-AF65-F5344CB8AC3E}">
        <p14:creationId xmlns:p14="http://schemas.microsoft.com/office/powerpoint/2010/main" val="2234927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FD8-8245-F5E7-A27C-FBE07EF8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E3C718-76E5-9B88-D048-417D7C1B3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B8978-CB1A-7B80-7C09-4D16FEBF6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9B12AD3A-2412-51C8-C237-6123FCA4CB85}"/>
              </a:ext>
            </a:extLst>
          </p:cNvPr>
          <p:cNvSpPr txBox="1">
            <a:spLocks/>
          </p:cNvSpPr>
          <p:nvPr/>
        </p:nvSpPr>
        <p:spPr>
          <a:xfrm>
            <a:off x="-33583913" y="1594636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A9EC56-ADB1-A525-5906-C52E304C8692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3826E-D90C-2F7E-4959-E7FD9C515426}"/>
              </a:ext>
            </a:extLst>
          </p:cNvPr>
          <p:cNvSpPr txBox="1"/>
          <p:nvPr/>
        </p:nvSpPr>
        <p:spPr>
          <a:xfrm>
            <a:off x="-33268953" y="6496982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505852-7FDE-3C2D-E1CE-077DE5863D9A}"/>
              </a:ext>
            </a:extLst>
          </p:cNvPr>
          <p:cNvSpPr/>
          <p:nvPr/>
        </p:nvSpPr>
        <p:spPr>
          <a:xfrm>
            <a:off x="3414057" y="-3991359"/>
            <a:ext cx="5270373" cy="90656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S3CNS </a:t>
            </a:r>
          </a:p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(SECMUN Secretariat Next Gen System)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401B402-DB1D-1204-BA76-D60A3B430BF0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5400000">
            <a:off x="-25240525" y="-29258848"/>
            <a:ext cx="5115714" cy="574638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ECF9F3-C7D5-D6CC-8152-311D14933817}"/>
              </a:ext>
            </a:extLst>
          </p:cNvPr>
          <p:cNvSpPr/>
          <p:nvPr/>
        </p:nvSpPr>
        <p:spPr>
          <a:xfrm>
            <a:off x="-52640542" y="2030921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Core Purpose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5FBD0-A3ED-AFDA-17FD-89012E04B4B3}"/>
              </a:ext>
            </a:extLst>
          </p:cNvPr>
          <p:cNvSpPr/>
          <p:nvPr/>
        </p:nvSpPr>
        <p:spPr>
          <a:xfrm>
            <a:off x="-37814459" y="171281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Key Features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A5A8CE-F464-00ED-A5D2-A1B883FD81F1}"/>
              </a:ext>
            </a:extLst>
          </p:cNvPr>
          <p:cNvSpPr/>
          <p:nvPr/>
        </p:nvSpPr>
        <p:spPr>
          <a:xfrm>
            <a:off x="-20779768" y="161666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User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20FE5E-B561-2F1D-808C-A7AF6CCCE45D}"/>
              </a:ext>
            </a:extLst>
          </p:cNvPr>
          <p:cNvSpPr/>
          <p:nvPr/>
        </p:nvSpPr>
        <p:spPr>
          <a:xfrm>
            <a:off x="4631923" y="2656014"/>
            <a:ext cx="283463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System Requirements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2330938-A9A3-8772-A6D3-FAB310DBA71C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-17668430" y="-22004861"/>
            <a:ext cx="4797606" cy="4263774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4A26615-6855-5130-87B2-7E980225DF8B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5400000">
            <a:off x="-9103007" y="-13535592"/>
            <a:ext cx="4701453" cy="2560305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DC550BC-80A1-AE33-AD91-8251EF09D26A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5400000">
            <a:off x="3178841" y="-214390"/>
            <a:ext cx="5740807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3F5E0BD-EEE7-E1DD-0293-ABE39EC646D8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5400000">
            <a:off x="-53952890" y="1130645"/>
            <a:ext cx="1005629" cy="407099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8A2A189-319B-27C8-CF8B-1FC0A03A3FCF}"/>
              </a:ext>
            </a:extLst>
          </p:cNvPr>
          <p:cNvSpPr/>
          <p:nvPr/>
        </p:nvSpPr>
        <p:spPr>
          <a:xfrm>
            <a:off x="-56711533" y="3668955"/>
            <a:ext cx="2451922" cy="115691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Unified MUN Management Platform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E4842FF-52EA-BA87-42DF-DFB9EEB9012F}"/>
              </a:ext>
            </a:extLst>
          </p:cNvPr>
          <p:cNvCxnSpPr>
            <a:cxnSpLocks/>
            <a:stCxn id="15" idx="2"/>
            <a:endCxn id="50" idx="1"/>
          </p:cNvCxnSpPr>
          <p:nvPr/>
        </p:nvCxnSpPr>
        <p:spPr>
          <a:xfrm rot="5400000">
            <a:off x="-39806808" y="264032"/>
            <a:ext cx="1137125" cy="5299497"/>
          </a:xfrm>
          <a:prstGeom prst="bentConnector4">
            <a:avLst>
              <a:gd name="adj1" fmla="val 36096"/>
              <a:gd name="adj2" fmla="val 10431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98C90E2-B540-CCC1-7B3F-3E1D261B06E6}"/>
              </a:ext>
            </a:extLst>
          </p:cNvPr>
          <p:cNvSpPr/>
          <p:nvPr/>
        </p:nvSpPr>
        <p:spPr>
          <a:xfrm>
            <a:off x="-41887995" y="316614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Authentication &amp; RBAC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0058D2E-DE02-9DA5-2D63-DF16C9CDCF58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rot="5400000">
            <a:off x="-21912414" y="964812"/>
            <a:ext cx="1074355" cy="364286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7078C7C-1CAF-D7FB-C019-6E51A323E8EE}"/>
              </a:ext>
            </a:extLst>
          </p:cNvPr>
          <p:cNvSpPr/>
          <p:nvPr/>
        </p:nvSpPr>
        <p:spPr>
          <a:xfrm>
            <a:off x="-24422628" y="332342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Senior Secretariat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5FD9C448-BF95-34DF-B390-2ABF13832DB0}"/>
              </a:ext>
            </a:extLst>
          </p:cNvPr>
          <p:cNvCxnSpPr>
            <a:cxnSpLocks/>
            <a:stCxn id="17" idx="2"/>
            <a:endCxn id="57" idx="0"/>
          </p:cNvCxnSpPr>
          <p:nvPr/>
        </p:nvCxnSpPr>
        <p:spPr>
          <a:xfrm rot="5400000">
            <a:off x="3889671" y="1586845"/>
            <a:ext cx="457998" cy="386114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765C196-5A94-4D9D-9A49-A299E70A1B10}"/>
              </a:ext>
            </a:extLst>
          </p:cNvPr>
          <p:cNvSpPr/>
          <p:nvPr/>
        </p:nvSpPr>
        <p:spPr>
          <a:xfrm>
            <a:off x="962135" y="3746417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Modern Web Browser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A661F96-A025-468C-0F6C-FDD42CC8D1FE}"/>
              </a:ext>
            </a:extLst>
          </p:cNvPr>
          <p:cNvSpPr/>
          <p:nvPr/>
        </p:nvSpPr>
        <p:spPr>
          <a:xfrm>
            <a:off x="-54060757" y="5001807"/>
            <a:ext cx="3032104" cy="10933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Replaced Manual/Fragmented Process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4FFCE42-B103-937D-DB15-57A6B5021656}"/>
              </a:ext>
            </a:extLst>
          </p:cNvPr>
          <p:cNvSpPr/>
          <p:nvPr/>
        </p:nvSpPr>
        <p:spPr>
          <a:xfrm>
            <a:off x="-51021471" y="424741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Mobile Ready PWA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BB0F2EE-F791-B518-1D7A-A37A83F5E38B}"/>
              </a:ext>
            </a:extLst>
          </p:cNvPr>
          <p:cNvSpPr/>
          <p:nvPr/>
        </p:nvSpPr>
        <p:spPr>
          <a:xfrm>
            <a:off x="-48117454" y="3516363"/>
            <a:ext cx="2451922" cy="130950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Insights &amp; Automation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576974B-5108-9A42-877D-607E867B53B5}"/>
              </a:ext>
            </a:extLst>
          </p:cNvPr>
          <p:cNvCxnSpPr>
            <a:cxnSpLocks/>
            <a:stCxn id="4" idx="2"/>
            <a:endCxn id="35" idx="0"/>
          </p:cNvCxnSpPr>
          <p:nvPr/>
        </p:nvCxnSpPr>
        <p:spPr>
          <a:xfrm rot="5400000">
            <a:off x="-53148883" y="3267504"/>
            <a:ext cx="2338481" cy="11301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B83F602-7205-1A51-4C5C-250B5A597512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16200000" flipH="1">
            <a:off x="-51397089" y="2645833"/>
            <a:ext cx="1584087" cy="161907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ED857F8-F1C5-0E76-CEF7-971C1C76921E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-49579555" y="828300"/>
            <a:ext cx="853037" cy="45230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4523A8B-5709-65BE-D7DF-73D959111530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rot="5400000">
            <a:off x="-38752322" y="1767386"/>
            <a:ext cx="1585992" cy="27416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DD42A08-5AC4-8919-AB41-6AC036204E43}"/>
              </a:ext>
            </a:extLst>
          </p:cNvPr>
          <p:cNvSpPr/>
          <p:nvPr/>
        </p:nvSpPr>
        <p:spPr>
          <a:xfrm>
            <a:off x="-40556116" y="393121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Real Time Dashboard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C75EA6D-9E2C-BC3B-DB19-D8CB77D1B743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-38501539" y="3631483"/>
            <a:ext cx="3199306" cy="6267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809717-952C-0364-75F9-654FA5300CE9}"/>
              </a:ext>
            </a:extLst>
          </p:cNvPr>
          <p:cNvSpPr/>
          <p:nvPr/>
        </p:nvSpPr>
        <p:spPr>
          <a:xfrm>
            <a:off x="-40043115" y="5228320"/>
            <a:ext cx="2806009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Complete Finance Management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9520ABD-DA96-0782-E606-FF6C643E69B9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5400000">
            <a:off x="-38531121" y="4282971"/>
            <a:ext cx="3880377" cy="487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86272BB-5F5C-3A64-3E38-2F162D72430A}"/>
              </a:ext>
            </a:extLst>
          </p:cNvPr>
          <p:cNvSpPr/>
          <p:nvPr/>
        </p:nvSpPr>
        <p:spPr>
          <a:xfrm>
            <a:off x="-37819330" y="622559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Delegation Affairs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D27CD51-2841-0130-C379-6C5A1C6BD5AD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16200000" flipH="1">
            <a:off x="-38024383" y="3781102"/>
            <a:ext cx="3515508" cy="6437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C72245A-18CC-6E2A-B444-C9962A22F5C2}"/>
              </a:ext>
            </a:extLst>
          </p:cNvPr>
          <p:cNvSpPr/>
          <p:nvPr/>
        </p:nvSpPr>
        <p:spPr>
          <a:xfrm>
            <a:off x="-35944759" y="5544523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Event Management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3FFDE1C-A135-3E01-B8E4-0547D67B557F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16200000" flipH="1">
            <a:off x="-36029408" y="1786127"/>
            <a:ext cx="1886404" cy="300458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30549AC-5166-873F-0D94-CA1FE9E1A118}"/>
              </a:ext>
            </a:extLst>
          </p:cNvPr>
          <p:cNvSpPr/>
          <p:nvPr/>
        </p:nvSpPr>
        <p:spPr>
          <a:xfrm>
            <a:off x="-34809874" y="4231622"/>
            <a:ext cx="2451922" cy="77018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Multi-Channel Communication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169A688-A56D-383A-2F95-8ED62A5D02B4}"/>
              </a:ext>
            </a:extLst>
          </p:cNvPr>
          <p:cNvCxnSpPr>
            <a:cxnSpLocks/>
            <a:stCxn id="15" idx="2"/>
            <a:endCxn id="55" idx="3"/>
          </p:cNvCxnSpPr>
          <p:nvPr/>
        </p:nvCxnSpPr>
        <p:spPr>
          <a:xfrm rot="16200000" flipH="1">
            <a:off x="-34290577" y="47296"/>
            <a:ext cx="1048155" cy="5643997"/>
          </a:xfrm>
          <a:prstGeom prst="bentConnector4">
            <a:avLst>
              <a:gd name="adj1" fmla="val 34916"/>
              <a:gd name="adj2" fmla="val 1040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1C44809-96CC-41A7-BB55-B2546B5818C9}"/>
              </a:ext>
            </a:extLst>
          </p:cNvPr>
          <p:cNvSpPr/>
          <p:nvPr/>
        </p:nvSpPr>
        <p:spPr>
          <a:xfrm>
            <a:off x="-33396423" y="307717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Document Management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74575B9-A0A5-55D7-4278-C110396ABC5E}"/>
              </a:ext>
            </a:extLst>
          </p:cNvPr>
          <p:cNvSpPr/>
          <p:nvPr/>
        </p:nvSpPr>
        <p:spPr>
          <a:xfrm>
            <a:off x="-23035788" y="450966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Secretariat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4466366-69FF-7927-D969-AE98CCA4CC81}"/>
              </a:ext>
            </a:extLst>
          </p:cNvPr>
          <p:cNvSpPr/>
          <p:nvPr/>
        </p:nvSpPr>
        <p:spPr>
          <a:xfrm>
            <a:off x="-20791082" y="537971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Explorers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3521C55A-BEFF-2630-8D97-726E91F0C56F}"/>
              </a:ext>
            </a:extLst>
          </p:cNvPr>
          <p:cNvSpPr/>
          <p:nvPr/>
        </p:nvSpPr>
        <p:spPr>
          <a:xfrm>
            <a:off x="-18339160" y="4524500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Participants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9760E7F2-9EFD-9253-200B-932CBDB73326}"/>
              </a:ext>
            </a:extLst>
          </p:cNvPr>
          <p:cNvSpPr/>
          <p:nvPr/>
        </p:nvSpPr>
        <p:spPr>
          <a:xfrm>
            <a:off x="-17685621" y="3288419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Teacher IC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3ED9DF15-106E-C17A-974C-4002ECE4E93D}"/>
              </a:ext>
            </a:extLst>
          </p:cNvPr>
          <p:cNvCxnSpPr>
            <a:cxnSpLocks/>
            <a:stCxn id="16" idx="2"/>
            <a:endCxn id="87" idx="3"/>
          </p:cNvCxnSpPr>
          <p:nvPr/>
        </p:nvCxnSpPr>
        <p:spPr>
          <a:xfrm rot="5400000">
            <a:off x="-21357239" y="3022439"/>
            <a:ext cx="2576806" cy="103005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FB167EC-04E0-EFBC-5BFE-4B38F3DACB96}"/>
              </a:ext>
            </a:extLst>
          </p:cNvPr>
          <p:cNvCxnSpPr>
            <a:cxnSpLocks/>
            <a:stCxn id="16" idx="2"/>
            <a:endCxn id="88" idx="0"/>
          </p:cNvCxnSpPr>
          <p:nvPr/>
        </p:nvCxnSpPr>
        <p:spPr>
          <a:xfrm rot="5400000">
            <a:off x="-21124789" y="3808733"/>
            <a:ext cx="3130650" cy="113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4B729555-4244-47E4-23CF-2F8753CB4DC5}"/>
              </a:ext>
            </a:extLst>
          </p:cNvPr>
          <p:cNvCxnSpPr>
            <a:cxnSpLocks/>
            <a:stCxn id="16" idx="2"/>
            <a:endCxn id="89" idx="1"/>
          </p:cNvCxnSpPr>
          <p:nvPr/>
        </p:nvCxnSpPr>
        <p:spPr>
          <a:xfrm rot="16200000" flipH="1">
            <a:off x="-20242303" y="2937560"/>
            <a:ext cx="2591638" cy="12146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D6E227DB-ED48-5D81-710E-A3B501B2B0B7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rot="16200000" flipH="1">
            <a:off x="-18526411" y="1221668"/>
            <a:ext cx="1039354" cy="30941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B33A75-3254-E716-CFCB-CE6A663DAB42}"/>
              </a:ext>
            </a:extLst>
          </p:cNvPr>
          <p:cNvSpPr/>
          <p:nvPr/>
        </p:nvSpPr>
        <p:spPr>
          <a:xfrm>
            <a:off x="8684430" y="3761478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IOS / Android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D4445F3-1BC0-2595-A7AA-C08F7C55F18C}"/>
              </a:ext>
            </a:extLst>
          </p:cNvPr>
          <p:cNvCxnSpPr>
            <a:cxnSpLocks/>
            <a:stCxn id="17" idx="2"/>
            <a:endCxn id="31" idx="0"/>
          </p:cNvCxnSpPr>
          <p:nvPr/>
        </p:nvCxnSpPr>
        <p:spPr>
          <a:xfrm rot="16200000" flipH="1">
            <a:off x="7743288" y="1594374"/>
            <a:ext cx="473059" cy="38611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2B93272-5709-12FE-6423-195EB3E67E50}"/>
              </a:ext>
            </a:extLst>
          </p:cNvPr>
          <p:cNvSpPr/>
          <p:nvPr/>
        </p:nvSpPr>
        <p:spPr>
          <a:xfrm>
            <a:off x="4823281" y="4614935"/>
            <a:ext cx="2451922" cy="63240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244B85"/>
                </a:solidFill>
                <a:latin typeface="Montserrat ExtraBold" panose="00000900000000000000" pitchFamily="2" charset="0"/>
              </a:rPr>
              <a:t>Windows / MAC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46A709F-66A7-663A-B51A-C71E1CF10589}"/>
              </a:ext>
            </a:extLst>
          </p:cNvPr>
          <p:cNvCxnSpPr>
            <a:cxnSpLocks/>
            <a:stCxn id="17" idx="2"/>
            <a:endCxn id="51" idx="0"/>
          </p:cNvCxnSpPr>
          <p:nvPr/>
        </p:nvCxnSpPr>
        <p:spPr>
          <a:xfrm rot="5400000">
            <a:off x="5385985" y="3951677"/>
            <a:ext cx="132651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C476C0F3-2A30-20DE-C0BF-F5EA37668614}"/>
              </a:ext>
            </a:extLst>
          </p:cNvPr>
          <p:cNvSpPr/>
          <p:nvPr/>
        </p:nvSpPr>
        <p:spPr>
          <a:xfrm>
            <a:off x="5228241" y="-863516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DF41DF-8DC8-02B7-D5F7-9B1FBF006DD9}"/>
              </a:ext>
            </a:extLst>
          </p:cNvPr>
          <p:cNvSpPr txBox="1"/>
          <p:nvPr/>
        </p:nvSpPr>
        <p:spPr>
          <a:xfrm>
            <a:off x="5609556" y="11549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2.6 / 2.8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C29666-1A14-2A93-5E5F-25BDDF7BD886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5" name="Title 6">
            <a:extLst>
              <a:ext uri="{FF2B5EF4-FFF2-40B4-BE49-F238E27FC236}">
                <a16:creationId xmlns:a16="http://schemas.microsoft.com/office/drawing/2014/main" id="{CB82566A-FF81-8DB2-DCD7-4D8EFC2B7233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</p:spTree>
    <p:extLst>
      <p:ext uri="{BB962C8B-B14F-4D97-AF65-F5344CB8AC3E}">
        <p14:creationId xmlns:p14="http://schemas.microsoft.com/office/powerpoint/2010/main" val="3545032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79CE0-1F05-7A83-218E-A7BC3DB0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64C82E-CB62-E72B-7B2F-690304637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4DCB5-7EAF-441A-4FEC-8B6655DC6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4E95F162-BCA2-CF39-E940-342C9D7A94EF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833AA-E5F5-ADBC-0DE1-3E48A1B34FCB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179F0-BE21-A357-4445-2177F155D07D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9997D8-0A14-231B-67F8-8CD536C4C2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" t="21518" r="4950" b="6646"/>
          <a:stretch>
            <a:fillRect/>
          </a:stretch>
        </p:blipFill>
        <p:spPr>
          <a:xfrm>
            <a:off x="1179171" y="1855987"/>
            <a:ext cx="9833655" cy="4416090"/>
          </a:xfrm>
          <a:prstGeom prst="rect">
            <a:avLst/>
          </a:prstGeom>
        </p:spPr>
      </p:pic>
      <p:sp>
        <p:nvSpPr>
          <p:cNvPr id="19" name="Title 13">
            <a:extLst>
              <a:ext uri="{FF2B5EF4-FFF2-40B4-BE49-F238E27FC236}">
                <a16:creationId xmlns:a16="http://schemas.microsoft.com/office/drawing/2014/main" id="{8DFE670D-5F91-BE28-4BB9-2F6427A15300}"/>
              </a:ext>
            </a:extLst>
          </p:cNvPr>
          <p:cNvSpPr txBox="1">
            <a:spLocks/>
          </p:cNvSpPr>
          <p:nvPr/>
        </p:nvSpPr>
        <p:spPr>
          <a:xfrm>
            <a:off x="1179171" y="1453409"/>
            <a:ext cx="9833655" cy="7649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Enterprise-Grade Security &amp; Reliability</a:t>
            </a:r>
            <a:endParaRPr lang="en-IN" sz="2800" dirty="0">
              <a:solidFill>
                <a:schemeClr val="accent1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CAD059AF-E6F2-33E1-1EC6-975C5735F865}"/>
              </a:ext>
            </a:extLst>
          </p:cNvPr>
          <p:cNvSpPr/>
          <p:nvPr/>
        </p:nvSpPr>
        <p:spPr>
          <a:xfrm>
            <a:off x="3201321" y="-863516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DB0475-23F0-9378-4EFD-409FC5A484A0}"/>
              </a:ext>
            </a:extLst>
          </p:cNvPr>
          <p:cNvSpPr txBox="1"/>
          <p:nvPr/>
        </p:nvSpPr>
        <p:spPr>
          <a:xfrm>
            <a:off x="3582636" y="11549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2.7 / 2.8</a:t>
            </a:r>
          </a:p>
        </p:txBody>
      </p:sp>
    </p:spTree>
    <p:extLst>
      <p:ext uri="{BB962C8B-B14F-4D97-AF65-F5344CB8AC3E}">
        <p14:creationId xmlns:p14="http://schemas.microsoft.com/office/powerpoint/2010/main" val="2404248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19FCE-7AA0-0AB9-7842-18F0BCF4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E7C32-B831-3F81-0034-995D7F63C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3F2C92-3E32-71E1-411E-7789578B6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EF3C69D7-EBC7-0023-279D-19BEE1D40696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EC34A-696B-6118-8AE8-D376FEA2162B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5667D-F6E2-555C-ED03-3012701512D1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29EBB-49AF-6E6C-BB2A-DE504E32C1A9}"/>
              </a:ext>
            </a:extLst>
          </p:cNvPr>
          <p:cNvSpPr txBox="1"/>
          <p:nvPr/>
        </p:nvSpPr>
        <p:spPr>
          <a:xfrm>
            <a:off x="417652" y="5155357"/>
            <a:ext cx="11356692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i="1" dirty="0">
                <a:latin typeface="Montserrat" panose="00000500000000000000" pitchFamily="2" charset="0"/>
              </a:rPr>
              <a:t>S3CNS BETA IS LIVE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52D1C-B715-4D8E-20C1-7238657E3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922" y="1567206"/>
            <a:ext cx="3588151" cy="3588151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768FF37-94D4-C85D-E646-14572CFCA965}"/>
              </a:ext>
            </a:extLst>
          </p:cNvPr>
          <p:cNvSpPr/>
          <p:nvPr/>
        </p:nvSpPr>
        <p:spPr>
          <a:xfrm>
            <a:off x="-806799" y="108720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5AF64-186C-2646-4795-287C70AA7106}"/>
              </a:ext>
            </a:extLst>
          </p:cNvPr>
          <p:cNvSpPr txBox="1"/>
          <p:nvPr/>
        </p:nvSpPr>
        <p:spPr>
          <a:xfrm>
            <a:off x="-5581" y="1617100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2.8 / 2.8</a:t>
            </a:r>
          </a:p>
        </p:txBody>
      </p:sp>
    </p:spTree>
    <p:extLst>
      <p:ext uri="{BB962C8B-B14F-4D97-AF65-F5344CB8AC3E}">
        <p14:creationId xmlns:p14="http://schemas.microsoft.com/office/powerpoint/2010/main" val="1627842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0EF8-FCF8-F67B-197D-B46D5BF5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BC085E-354F-B185-A7B9-19ABB6BC9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F50D6B-F554-BFAC-DE86-AD9AE4F5D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DA2F7C70-6333-62CB-9A2B-B5CE9FA9E315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55634-8895-DC04-EA02-5E5F7FF73DD5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F3357-B330-B277-26A8-442B7EB3884C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13F548-64BA-182E-F3CA-7E02ED10C246}"/>
              </a:ext>
            </a:extLst>
          </p:cNvPr>
          <p:cNvSpPr txBox="1"/>
          <p:nvPr/>
        </p:nvSpPr>
        <p:spPr>
          <a:xfrm>
            <a:off x="417653" y="3137061"/>
            <a:ext cx="11356692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latin typeface="Montserrat" panose="00000500000000000000" pitchFamily="2" charset="0"/>
              </a:rPr>
              <a:t>AGENDA 3: AOB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C0CE1DA-7F9A-1657-70D0-3255824DA98B}"/>
              </a:ext>
            </a:extLst>
          </p:cNvPr>
          <p:cNvSpPr/>
          <p:nvPr/>
        </p:nvSpPr>
        <p:spPr>
          <a:xfrm>
            <a:off x="-806799" y="198636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68733-88C0-36C3-F141-CB5CFD87AA53}"/>
              </a:ext>
            </a:extLst>
          </p:cNvPr>
          <p:cNvSpPr txBox="1"/>
          <p:nvPr/>
        </p:nvSpPr>
        <p:spPr>
          <a:xfrm>
            <a:off x="-5581" y="2516260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3.0 / 3.1</a:t>
            </a:r>
          </a:p>
        </p:txBody>
      </p:sp>
    </p:spTree>
    <p:extLst>
      <p:ext uri="{BB962C8B-B14F-4D97-AF65-F5344CB8AC3E}">
        <p14:creationId xmlns:p14="http://schemas.microsoft.com/office/powerpoint/2010/main" val="2588028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CFBE-D32E-165C-9C87-60475D15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FBE91-AB21-00CB-F291-91E7EE682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27EBAA-16B4-D014-AE00-95C76ADCE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8047D588-855E-4091-53CA-B7B289A25DDD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B57BFE-1460-0EDA-197C-3E4B8B721A53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A3630-BCF5-B5DD-9C8D-F6D795A4CD0F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02ECC1-2296-5F09-EDEC-973C5DF92979}"/>
              </a:ext>
            </a:extLst>
          </p:cNvPr>
          <p:cNvSpPr txBox="1"/>
          <p:nvPr/>
        </p:nvSpPr>
        <p:spPr>
          <a:xfrm>
            <a:off x="417653" y="2706975"/>
            <a:ext cx="11356692" cy="14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6600" b="1" dirty="0">
                <a:latin typeface="Montserrat ExtraBold" panose="00000900000000000000" pitchFamily="2" charset="0"/>
              </a:rPr>
              <a:t>FLOOR IS OPEN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2FB93B4-0C38-CF70-4B6A-98983C3B7992}"/>
              </a:ext>
            </a:extLst>
          </p:cNvPr>
          <p:cNvSpPr/>
          <p:nvPr/>
        </p:nvSpPr>
        <p:spPr>
          <a:xfrm>
            <a:off x="-806799" y="3114124"/>
            <a:ext cx="1689904" cy="168990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C167F-B132-1BD7-9F88-B910CDC58579}"/>
              </a:ext>
            </a:extLst>
          </p:cNvPr>
          <p:cNvSpPr txBox="1"/>
          <p:nvPr/>
        </p:nvSpPr>
        <p:spPr>
          <a:xfrm>
            <a:off x="-5581" y="3644020"/>
            <a:ext cx="9765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Montserrat ExtraBold" panose="00000900000000000000" pitchFamily="2" charset="0"/>
              </a:rPr>
              <a:t>SLIDE COUNT</a:t>
            </a:r>
            <a:br>
              <a:rPr lang="en-IN" sz="1400" dirty="0">
                <a:latin typeface="Montserrat ExtraBold" panose="00000900000000000000" pitchFamily="2" charset="0"/>
              </a:rPr>
            </a:br>
            <a:r>
              <a:rPr lang="en-IN" sz="1400" dirty="0">
                <a:latin typeface="Montserrat ExtraBold" panose="00000900000000000000" pitchFamily="2" charset="0"/>
              </a:rPr>
              <a:t>3.1 / 3.1</a:t>
            </a:r>
          </a:p>
        </p:txBody>
      </p:sp>
    </p:spTree>
    <p:extLst>
      <p:ext uri="{BB962C8B-B14F-4D97-AF65-F5344CB8AC3E}">
        <p14:creationId xmlns:p14="http://schemas.microsoft.com/office/powerpoint/2010/main" val="16166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2AFED-37F8-D6F6-EFA1-A5499186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8683DC-1FDA-D1C0-D211-D011E5B62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67C6AD-3755-9F8E-3E41-34DD0B135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9846164" y="247369"/>
            <a:ext cx="1296548" cy="1122362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EAF1198C-BB1D-F385-35BA-6121A2516D20}"/>
              </a:ext>
            </a:extLst>
          </p:cNvPr>
          <p:cNvSpPr txBox="1">
            <a:spLocks/>
          </p:cNvSpPr>
          <p:nvPr/>
        </p:nvSpPr>
        <p:spPr>
          <a:xfrm>
            <a:off x="9042400" y="1369731"/>
            <a:ext cx="2904076" cy="21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CD6E3-F2F0-9BC1-8608-7CB915E9E2CE}"/>
              </a:ext>
            </a:extLst>
          </p:cNvPr>
          <p:cNvSpPr txBox="1"/>
          <p:nvPr/>
        </p:nvSpPr>
        <p:spPr>
          <a:xfrm>
            <a:off x="181528" y="639273"/>
            <a:ext cx="3008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42CDB-0B14-A91B-0046-07912AC09440}"/>
              </a:ext>
            </a:extLst>
          </p:cNvPr>
          <p:cNvSpPr txBox="1"/>
          <p:nvPr/>
        </p:nvSpPr>
        <p:spPr>
          <a:xfrm>
            <a:off x="9357360" y="6272077"/>
            <a:ext cx="2834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CLUB MEETING ID: </a:t>
            </a:r>
            <a:r>
              <a:rPr lang="en-IN" sz="10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20260214</a:t>
            </a:r>
            <a:endParaRPr lang="en-IN" sz="800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4BBF1E5E-C12E-8998-F22C-7FC45D24DA62}"/>
              </a:ext>
            </a:extLst>
          </p:cNvPr>
          <p:cNvSpPr/>
          <p:nvPr/>
        </p:nvSpPr>
        <p:spPr>
          <a:xfrm>
            <a:off x="2859840" y="192841"/>
            <a:ext cx="6472318" cy="6472318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sz="1050" dirty="0">
              <a:latin typeface="Montserrat ExtraBold" panose="000009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ABCD6-0C3B-08DF-C9CF-2D268A24484C}"/>
              </a:ext>
            </a:extLst>
          </p:cNvPr>
          <p:cNvSpPr txBox="1"/>
          <p:nvPr/>
        </p:nvSpPr>
        <p:spPr>
          <a:xfrm>
            <a:off x="417653" y="2706975"/>
            <a:ext cx="11356692" cy="1321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6000" b="1" i="1" dirty="0">
                <a:latin typeface="Montserrat ExtraBold" panose="000009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2367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A015A-AF05-C723-4022-03C5E6EE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3D98D-8BE9-FF1A-AC69-94223DE00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77847-3AF0-3091-73E0-957BB4924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0" b="15390"/>
          <a:stretch>
            <a:fillRect/>
          </a:stretch>
        </p:blipFill>
        <p:spPr>
          <a:xfrm>
            <a:off x="3431380" y="1122363"/>
            <a:ext cx="5329237" cy="4613274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80EEC75C-AD70-CEB2-F729-E0B482653460}"/>
              </a:ext>
            </a:extLst>
          </p:cNvPr>
          <p:cNvSpPr txBox="1">
            <a:spLocks/>
          </p:cNvSpPr>
          <p:nvPr/>
        </p:nvSpPr>
        <p:spPr>
          <a:xfrm>
            <a:off x="2775360" y="616417"/>
            <a:ext cx="6641276" cy="1011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kern="1400" spc="600" dirty="0">
                <a:solidFill>
                  <a:schemeClr val="tx2">
                    <a:lumMod val="75000"/>
                  </a:schemeClr>
                </a:solidFill>
                <a:latin typeface="Century Gothic" panose="020B0502020202020204" pitchFamily="34" charset="0"/>
              </a:rPr>
              <a:t>The SECMUN CLUB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688572-89C8-047B-D274-ACAD83CE36A2}"/>
              </a:ext>
            </a:extLst>
          </p:cNvPr>
          <p:cNvSpPr txBox="1"/>
          <p:nvPr/>
        </p:nvSpPr>
        <p:spPr>
          <a:xfrm>
            <a:off x="3534328" y="5742820"/>
            <a:ext cx="51233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Aharoni" panose="02010803020104030203" pitchFamily="2" charset="-79"/>
                <a:cs typeface="Aharoni" panose="02010803020104030203" pitchFamily="2" charset="-79"/>
              </a:rPr>
              <a:t>CLUB MEETING: 14/02/2026</a:t>
            </a:r>
          </a:p>
        </p:txBody>
      </p:sp>
    </p:spTree>
    <p:extLst>
      <p:ext uri="{BB962C8B-B14F-4D97-AF65-F5344CB8AC3E}">
        <p14:creationId xmlns:p14="http://schemas.microsoft.com/office/powerpoint/2010/main" val="3990620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1350</Words>
  <Application>Microsoft Office PowerPoint</Application>
  <PresentationFormat>Widescreen</PresentationFormat>
  <Paragraphs>325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Aharoni</vt:lpstr>
      <vt:lpstr>Arial</vt:lpstr>
      <vt:lpstr>Calibri</vt:lpstr>
      <vt:lpstr>Calibri Light</vt:lpstr>
      <vt:lpstr>Century Gothic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Sambuddha Das</dc:creator>
  <cp:lastModifiedBy>Sambuddha Das</cp:lastModifiedBy>
  <cp:revision>2</cp:revision>
  <dcterms:created xsi:type="dcterms:W3CDTF">2026-02-13T12:38:11Z</dcterms:created>
  <dcterms:modified xsi:type="dcterms:W3CDTF">2026-02-13T21:26:33Z</dcterms:modified>
</cp:coreProperties>
</file>